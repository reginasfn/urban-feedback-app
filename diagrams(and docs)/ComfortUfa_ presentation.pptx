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68" r:id="rId4"/>
    <p:sldId id="260" r:id="rId5"/>
    <p:sldId id="269" r:id="rId6"/>
    <p:sldId id="261" r:id="rId7"/>
    <p:sldId id="262" r:id="rId8"/>
    <p:sldId id="263" r:id="rId9"/>
    <p:sldId id="264" r:id="rId10"/>
    <p:sldId id="274" r:id="rId11"/>
    <p:sldId id="277" r:id="rId12"/>
    <p:sldId id="279" r:id="rId13"/>
    <p:sldId id="300" r:id="rId14"/>
    <p:sldId id="282" r:id="rId15"/>
    <p:sldId id="285" r:id="rId16"/>
    <p:sldId id="286" r:id="rId17"/>
    <p:sldId id="289" r:id="rId18"/>
    <p:sldId id="290" r:id="rId19"/>
    <p:sldId id="291" r:id="rId20"/>
    <p:sldId id="293" r:id="rId21"/>
    <p:sldId id="295" r:id="rId22"/>
    <p:sldId id="297" r:id="rId23"/>
    <p:sldId id="298" r:id="rId24"/>
    <p:sldId id="275" r:id="rId25"/>
    <p:sldId id="299" r:id="rId26"/>
    <p:sldId id="266" r:id="rId27"/>
    <p:sldId id="267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429"/>
    <a:srgbClr val="19294B"/>
    <a:srgbClr val="10B981"/>
    <a:srgbClr val="8FB21D"/>
    <a:srgbClr val="E6E6E6"/>
    <a:srgbClr val="065858"/>
    <a:srgbClr val="23A7F1"/>
    <a:srgbClr val="24A9F1"/>
    <a:srgbClr val="3B6356"/>
    <a:srgbClr val="0C82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598" autoAdjust="0"/>
  </p:normalViewPr>
  <p:slideViewPr>
    <p:cSldViewPr snapToGrid="0" snapToObjects="1">
      <p:cViewPr>
        <p:scale>
          <a:sx n="50" d="100"/>
          <a:sy n="50" d="100"/>
        </p:scale>
        <p:origin x="-43" y="4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15902-AD1E-4CFA-A4D9-154A4AE6856B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49D464-D04C-4C3A-92F7-7A57E4A54E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2493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9D464-D04C-4C3A-92F7-7A57E4A54E2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7784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fi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1.png"/><Relationship Id="rId3" Type="http://schemas.microsoft.com/office/2007/relationships/hdphoto" Target="../media/hdphoto1.wdp"/><Relationship Id="rId7" Type="http://schemas.openxmlformats.org/officeDocument/2006/relationships/image" Target="../media/image17.png"/><Relationship Id="rId12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2.png"/><Relationship Id="rId5" Type="http://schemas.openxmlformats.org/officeDocument/2006/relationships/image" Target="../media/image15.png"/><Relationship Id="rId15" Type="http://schemas.openxmlformats.org/officeDocument/2006/relationships/image" Target="../media/image23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microsoft.com/office/2007/relationships/hdphoto" Target="../media/hdphoto1.wdp"/><Relationship Id="rId7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microsoft.com/office/2007/relationships/hdphoto" Target="../media/hdphoto2.wdp"/><Relationship Id="rId4" Type="http://schemas.openxmlformats.org/officeDocument/2006/relationships/image" Target="../media/image64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4051491-E499-4DDE-8B2E-80C98CA3A47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4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outerShdw sx="1000" sy="1000" algn="ctr" rotWithShape="0">
              <a:srgbClr val="000000"/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929486" y="2459504"/>
            <a:ext cx="103327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0B981"/>
                </a:solidFill>
                <a:latin typeface="Montserrat"/>
              </a:defRPr>
            </a:pPr>
            <a:r>
              <a:rPr dirty="0">
                <a:solidFill>
                  <a:schemeClr val="bg1"/>
                </a:solidFill>
                <a:latin typeface="Montserrat" panose="020B0604020202020204" pitchFamily="2" charset="-52"/>
              </a:rPr>
              <a:t>РАЗРАБОТКА ПЛАТФОРМЫ ДЛЯ ОЦЕНКИ</a:t>
            </a:r>
            <a:r>
              <a:rPr lang="ru-RU" dirty="0">
                <a:solidFill>
                  <a:schemeClr val="bg1"/>
                </a:solidFill>
                <a:latin typeface="Montserrat" panose="020B0604020202020204" pitchFamily="2" charset="-52"/>
              </a:rPr>
              <a:t> </a:t>
            </a:r>
            <a:r>
              <a:rPr dirty="0">
                <a:solidFill>
                  <a:schemeClr val="bg1"/>
                </a:solidFill>
                <a:latin typeface="Montserrat" panose="020B0604020202020204" pitchFamily="2" charset="-52"/>
              </a:rPr>
              <a:t>БЛАГОУСТРОЙСТВА ГОРОДА УФЫ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586" y="4913140"/>
            <a:ext cx="233249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rPr lang="ru-RU" dirty="0"/>
              <a:t>Выполнил студент группы 22П-1</a:t>
            </a:r>
            <a:r>
              <a:rPr dirty="0"/>
              <a:t>: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rPr dirty="0"/>
              <a:t>Сафина Р.Р.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586" y="5598546"/>
            <a:ext cx="253697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rPr lang="ru-RU" dirty="0"/>
              <a:t>Р</a:t>
            </a:r>
            <a:r>
              <a:rPr dirty="0"/>
              <a:t>уководитель</a:t>
            </a:r>
            <a:r>
              <a:rPr lang="ru-RU" dirty="0"/>
              <a:t> дипломного проекта</a:t>
            </a:r>
            <a:r>
              <a:rPr dirty="0"/>
              <a:t>: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rPr lang="ru-RU" dirty="0"/>
              <a:t>Каримова Р.Ф.</a:t>
            </a:r>
            <a:endParaRPr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FCA9A72-CDEF-4597-80B4-B7821CFAB0DD}"/>
              </a:ext>
            </a:extLst>
          </p:cNvPr>
          <p:cNvSpPr/>
          <p:nvPr/>
        </p:nvSpPr>
        <p:spPr>
          <a:xfrm>
            <a:off x="2002697" y="291822"/>
            <a:ext cx="8186296" cy="1184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ru-RU" sz="2000" dirty="0">
                <a:solidFill>
                  <a:srgbClr val="10B981"/>
                </a:solidFill>
                <a:latin typeface="Montserrat" panose="020B0604020202020204" pitchFamily="2" charset="-52"/>
                <a:ea typeface="Syne" pitchFamily="34" charset="-122"/>
                <a:cs typeface="Syne" pitchFamily="34" charset="-120"/>
              </a:rPr>
              <a:t>Министерство просвещения Республики Башкортостан</a:t>
            </a:r>
          </a:p>
          <a:p>
            <a:pPr marL="0" indent="0" algn="ctr">
              <a:buNone/>
            </a:pPr>
            <a:r>
              <a:rPr lang="ru-RU" sz="2000" dirty="0">
                <a:solidFill>
                  <a:srgbClr val="10B981"/>
                </a:solidFill>
                <a:latin typeface="Montserrat" panose="020B0604020202020204" pitchFamily="2" charset="-52"/>
                <a:ea typeface="Syne" pitchFamily="34" charset="-122"/>
                <a:cs typeface="Syne" pitchFamily="34" charset="-120"/>
              </a:rPr>
              <a:t>Государственное автономное профессиональное образовательное учреждение</a:t>
            </a:r>
          </a:p>
          <a:p>
            <a:pPr marL="0" indent="0" algn="ctr">
              <a:buNone/>
            </a:pPr>
            <a:r>
              <a:rPr lang="ru-RU" sz="2000" dirty="0">
                <a:solidFill>
                  <a:srgbClr val="10B981"/>
                </a:solidFill>
                <a:latin typeface="Montserrat" panose="020B0604020202020204" pitchFamily="2" charset="-52"/>
                <a:ea typeface="Syne" pitchFamily="34" charset="-122"/>
                <a:cs typeface="Syne" pitchFamily="34" charset="-120"/>
              </a:rPr>
              <a:t>Уфимский колледж статистики, информатики и вычислительной техники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1FECDC-78BF-4D22-8268-22028827FB85}"/>
              </a:ext>
            </a:extLst>
          </p:cNvPr>
          <p:cNvSpPr txBox="1"/>
          <p:nvPr/>
        </p:nvSpPr>
        <p:spPr>
          <a:xfrm>
            <a:off x="5561084" y="6364352"/>
            <a:ext cx="106952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rPr lang="ru-RU" sz="1400" dirty="0">
                <a:latin typeface="Montserrat" panose="020B0604020202020204" pitchFamily="2" charset="-52"/>
              </a:rPr>
              <a:t>Уфа, 2026</a:t>
            </a:r>
            <a:endParaRPr sz="1400" dirty="0">
              <a:latin typeface="Montserrat" panose="020B0604020202020204" pitchFamily="2" charset="-52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52397DB-97C3-472C-91ED-AD107E533132}"/>
              </a:ext>
            </a:extLst>
          </p:cNvPr>
          <p:cNvSpPr/>
          <p:nvPr/>
        </p:nvSpPr>
        <p:spPr>
          <a:xfrm flipH="1">
            <a:off x="929486" y="4913140"/>
            <a:ext cx="111100" cy="1270181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254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E7751D5-824D-4937-9DFB-5D04EF9A83B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7001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33" name="Freeform 9">
            <a:extLst>
              <a:ext uri="{FF2B5EF4-FFF2-40B4-BE49-F238E27FC236}">
                <a16:creationId xmlns:a16="http://schemas.microsoft.com/office/drawing/2014/main" id="{728E9301-8F96-4557-A0C8-D4A4C1C437A5}"/>
              </a:ext>
            </a:extLst>
          </p:cNvPr>
          <p:cNvSpPr/>
          <p:nvPr/>
        </p:nvSpPr>
        <p:spPr>
          <a:xfrm>
            <a:off x="6561620" y="914400"/>
            <a:ext cx="5450694" cy="5583776"/>
          </a:xfrm>
          <a:custGeom>
            <a:avLst/>
            <a:gdLst/>
            <a:ahLst/>
            <a:cxnLst/>
            <a:rect l="l" t="t" r="r" b="b"/>
            <a:pathLst>
              <a:path w="1332057" h="855413">
                <a:moveTo>
                  <a:pt x="53576" y="0"/>
                </a:moveTo>
                <a:lnTo>
                  <a:pt x="1278481" y="0"/>
                </a:lnTo>
                <a:cubicBezTo>
                  <a:pt x="1308070" y="0"/>
                  <a:pt x="1332057" y="23987"/>
                  <a:pt x="1332057" y="53576"/>
                </a:cubicBezTo>
                <a:lnTo>
                  <a:pt x="1332057" y="801837"/>
                </a:lnTo>
                <a:cubicBezTo>
                  <a:pt x="1332057" y="831426"/>
                  <a:pt x="1308070" y="855413"/>
                  <a:pt x="1278481" y="855413"/>
                </a:cubicBezTo>
                <a:lnTo>
                  <a:pt x="53576" y="855413"/>
                </a:lnTo>
                <a:cubicBezTo>
                  <a:pt x="23987" y="855413"/>
                  <a:pt x="0" y="831426"/>
                  <a:pt x="0" y="801837"/>
                </a:cubicBezTo>
                <a:lnTo>
                  <a:pt x="0" y="53576"/>
                </a:lnTo>
                <a:cubicBezTo>
                  <a:pt x="0" y="23987"/>
                  <a:pt x="23987" y="0"/>
                  <a:pt x="53576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2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20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40000"/>
                  </a:srgbClr>
                </a:gs>
              </a:gsLst>
              <a:lin ang="2700000"/>
            </a:gradFill>
            <a:prstDash val="solid"/>
            <a:round/>
          </a:ln>
        </p:spPr>
        <p:txBody>
          <a:bodyPr/>
          <a:lstStyle/>
          <a:p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790164" y="869788"/>
            <a:ext cx="36802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dirty="0"/>
              <a:t>ЦЕЛЬ ПРОЕКТА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279">
            <a:extLst>
              <a:ext uri="{FF2B5EF4-FFF2-40B4-BE49-F238E27FC236}">
                <a16:creationId xmlns:a16="http://schemas.microsoft.com/office/drawing/2014/main" id="{7AF38E41-83FF-4E60-8CBD-40A65AB00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10B981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10B98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9" name="Rectangle 279">
            <a:extLst>
              <a:ext uri="{FF2B5EF4-FFF2-40B4-BE49-F238E27FC236}">
                <a16:creationId xmlns:a16="http://schemas.microsoft.com/office/drawing/2014/main" id="{F3EE8B5A-2908-4BBD-AA08-85C136D52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0" name="Rectangle 279">
            <a:extLst>
              <a:ext uri="{FF2B5EF4-FFF2-40B4-BE49-F238E27FC236}">
                <a16:creationId xmlns:a16="http://schemas.microsoft.com/office/drawing/2014/main" id="{A6732D7F-CCED-4939-9024-81B8090E2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2" name="Rectangle 279">
            <a:extLst>
              <a:ext uri="{FF2B5EF4-FFF2-40B4-BE49-F238E27FC236}">
                <a16:creationId xmlns:a16="http://schemas.microsoft.com/office/drawing/2014/main" id="{72F3CC58-030D-4322-948F-F349F1A1A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23EBEBF5-F253-4A00-8ED7-835CF0F7E38D}"/>
              </a:ext>
            </a:extLst>
          </p:cNvPr>
          <p:cNvCxnSpPr/>
          <p:nvPr/>
        </p:nvCxnSpPr>
        <p:spPr>
          <a:xfrm>
            <a:off x="553519" y="488541"/>
            <a:ext cx="604246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79">
            <a:extLst>
              <a:ext uri="{FF2B5EF4-FFF2-40B4-BE49-F238E27FC236}">
                <a16:creationId xmlns:a16="http://schemas.microsoft.com/office/drawing/2014/main" id="{316E7EB3-871D-4B39-8E63-F0B23617C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EC1183CE-594A-4C1F-B0B3-0B82C1303BF3}"/>
              </a:ext>
            </a:extLst>
          </p:cNvPr>
          <p:cNvSpPr/>
          <p:nvPr/>
        </p:nvSpPr>
        <p:spPr>
          <a:xfrm rot="16200000">
            <a:off x="6992361" y="1332412"/>
            <a:ext cx="4616499" cy="4747752"/>
          </a:xfrm>
          <a:prstGeom prst="ellipse">
            <a:avLst/>
          </a:prstGeom>
          <a:solidFill>
            <a:schemeClr val="tx1">
              <a:alpha val="10000"/>
            </a:schemeClr>
          </a:solidFill>
          <a:ln>
            <a:noFill/>
          </a:ln>
          <a:effectLst>
            <a:glow rad="1905000">
              <a:srgbClr val="10B981">
                <a:alpha val="45000"/>
              </a:srgbClr>
            </a:glow>
            <a:outerShdw sx="1000" sy="1000" algn="ctr" rotWithShape="0">
              <a:srgbClr val="000000"/>
            </a:outerShdw>
            <a:reflection endPos="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D2AB387-E750-4139-8534-FB8DC9BEE1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4981" t="-40985" b="-232"/>
          <a:stretch/>
        </p:blipFill>
        <p:spPr bwMode="auto">
          <a:xfrm>
            <a:off x="6757154" y="-872851"/>
            <a:ext cx="4971110" cy="7188396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27146" y="1854145"/>
            <a:ext cx="6061760" cy="3589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400"/>
              </a:spcAft>
              <a:defRPr sz="1800">
                <a:solidFill>
                  <a:srgbClr val="F8FAFC"/>
                </a:solidFill>
              </a:defRPr>
            </a:pPr>
            <a:r>
              <a:rPr lang="ru-RU" sz="2200" dirty="0">
                <a:latin typeface="Montserrat" panose="00000500000000000000" pitchFamily="2" charset="-52"/>
              </a:rPr>
              <a:t>Разработка платформы</a:t>
            </a:r>
            <a:r>
              <a:rPr lang="en-US" sz="2200" dirty="0">
                <a:latin typeface="Montserrat" panose="00000500000000000000" pitchFamily="2" charset="-52"/>
              </a:rPr>
              <a:t> </a:t>
            </a:r>
            <a:r>
              <a:rPr lang="ru-RU" sz="2200" dirty="0">
                <a:latin typeface="Montserrat" panose="00000500000000000000" pitchFamily="2" charset="-52"/>
              </a:rPr>
              <a:t>для обеспечения оперативного выявления проблемных зон городской среды, повышения качества принятия решений по благоустройству и обеспечения обратной связи между жителями и органами власти. 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45D62AFE-781A-47D5-BE7F-3DD421FB3FD1}"/>
              </a:ext>
            </a:extLst>
          </p:cNvPr>
          <p:cNvSpPr/>
          <p:nvPr/>
        </p:nvSpPr>
        <p:spPr>
          <a:xfrm>
            <a:off x="11443957" y="6532880"/>
            <a:ext cx="568357" cy="29280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57F8E0-55C2-43BF-A1D2-12B1F631F878}"/>
              </a:ext>
            </a:extLst>
          </p:cNvPr>
          <p:cNvSpPr txBox="1"/>
          <p:nvPr/>
        </p:nvSpPr>
        <p:spPr>
          <a:xfrm>
            <a:off x="11560038" y="6508811"/>
            <a:ext cx="3361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en-US" sz="1600" dirty="0">
                <a:solidFill>
                  <a:srgbClr val="10B981"/>
                </a:solidFill>
              </a:rPr>
              <a:t>2</a:t>
            </a:r>
            <a:endParaRPr sz="1600" dirty="0">
              <a:solidFill>
                <a:srgbClr val="10B98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Рисунок 74">
            <a:extLst>
              <a:ext uri="{FF2B5EF4-FFF2-40B4-BE49-F238E27FC236}">
                <a16:creationId xmlns:a16="http://schemas.microsoft.com/office/drawing/2014/main" id="{D73D2D98-9BA7-464C-87EF-93BAC3411CD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6999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67" name="Rectangle 279">
            <a:extLst>
              <a:ext uri="{FF2B5EF4-FFF2-40B4-BE49-F238E27FC236}">
                <a16:creationId xmlns:a16="http://schemas.microsoft.com/office/drawing/2014/main" id="{2D44B4B8-ABBA-4FE9-AA89-80637868A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10B981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10B98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68" name="Rectangle 279">
            <a:extLst>
              <a:ext uri="{FF2B5EF4-FFF2-40B4-BE49-F238E27FC236}">
                <a16:creationId xmlns:a16="http://schemas.microsoft.com/office/drawing/2014/main" id="{759B8FF0-12C9-4C0C-8F47-7A0A2AD97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69" name="Rectangle 279">
            <a:extLst>
              <a:ext uri="{FF2B5EF4-FFF2-40B4-BE49-F238E27FC236}">
                <a16:creationId xmlns:a16="http://schemas.microsoft.com/office/drawing/2014/main" id="{5C3A2045-5D50-46F3-B12E-EC27175B4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71" name="Rectangle 279">
            <a:extLst>
              <a:ext uri="{FF2B5EF4-FFF2-40B4-BE49-F238E27FC236}">
                <a16:creationId xmlns:a16="http://schemas.microsoft.com/office/drawing/2014/main" id="{8380D244-FC0D-43C5-B250-842C11BE2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72" name="Прямая соединительная линия 71">
            <a:extLst>
              <a:ext uri="{FF2B5EF4-FFF2-40B4-BE49-F238E27FC236}">
                <a16:creationId xmlns:a16="http://schemas.microsoft.com/office/drawing/2014/main" id="{205763EB-8026-4FF8-A086-4C2E52887891}"/>
              </a:ext>
            </a:extLst>
          </p:cNvPr>
          <p:cNvCxnSpPr/>
          <p:nvPr/>
        </p:nvCxnSpPr>
        <p:spPr>
          <a:xfrm>
            <a:off x="553519" y="488541"/>
            <a:ext cx="604246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279">
            <a:extLst>
              <a:ext uri="{FF2B5EF4-FFF2-40B4-BE49-F238E27FC236}">
                <a16:creationId xmlns:a16="http://schemas.microsoft.com/office/drawing/2014/main" id="{7ACCC54A-D0B5-4FF8-A120-A4018B03C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77" name="Rectangle 3">
            <a:extLst>
              <a:ext uri="{FF2B5EF4-FFF2-40B4-BE49-F238E27FC236}">
                <a16:creationId xmlns:a16="http://schemas.microsoft.com/office/drawing/2014/main" id="{5DE1ED7E-AF05-41A8-990C-140BBDB25DFD}"/>
              </a:ext>
            </a:extLst>
          </p:cNvPr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Овал 82">
            <a:extLst>
              <a:ext uri="{FF2B5EF4-FFF2-40B4-BE49-F238E27FC236}">
                <a16:creationId xmlns:a16="http://schemas.microsoft.com/office/drawing/2014/main" id="{66479B6F-0144-4922-BAEB-03DC97676428}"/>
              </a:ext>
            </a:extLst>
          </p:cNvPr>
          <p:cNvSpPr/>
          <p:nvPr/>
        </p:nvSpPr>
        <p:spPr>
          <a:xfrm>
            <a:off x="9398932" y="1770545"/>
            <a:ext cx="2027845" cy="1826943"/>
          </a:xfrm>
          <a:prstGeom prst="ellipse">
            <a:avLst/>
          </a:prstGeom>
          <a:solidFill>
            <a:schemeClr val="bg1"/>
          </a:solidFill>
          <a:effectLst>
            <a:glow rad="1130300">
              <a:srgbClr val="10B981">
                <a:alpha val="41000"/>
              </a:srgb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5" name="Овал 84">
            <a:extLst>
              <a:ext uri="{FF2B5EF4-FFF2-40B4-BE49-F238E27FC236}">
                <a16:creationId xmlns:a16="http://schemas.microsoft.com/office/drawing/2014/main" id="{26FD8EE4-1B07-4691-9221-FC1E24C3F315}"/>
              </a:ext>
            </a:extLst>
          </p:cNvPr>
          <p:cNvSpPr/>
          <p:nvPr/>
        </p:nvSpPr>
        <p:spPr>
          <a:xfrm>
            <a:off x="6521604" y="1710232"/>
            <a:ext cx="2027845" cy="1826943"/>
          </a:xfrm>
          <a:prstGeom prst="ellipse">
            <a:avLst/>
          </a:prstGeom>
          <a:solidFill>
            <a:schemeClr val="bg1"/>
          </a:solidFill>
          <a:effectLst>
            <a:glow rad="1130300">
              <a:srgbClr val="10B981">
                <a:alpha val="41000"/>
              </a:srgb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Овал 85">
            <a:extLst>
              <a:ext uri="{FF2B5EF4-FFF2-40B4-BE49-F238E27FC236}">
                <a16:creationId xmlns:a16="http://schemas.microsoft.com/office/drawing/2014/main" id="{72754844-8E66-427D-A17A-041C0540085E}"/>
              </a:ext>
            </a:extLst>
          </p:cNvPr>
          <p:cNvSpPr/>
          <p:nvPr/>
        </p:nvSpPr>
        <p:spPr>
          <a:xfrm>
            <a:off x="3664129" y="1698548"/>
            <a:ext cx="2027845" cy="1826943"/>
          </a:xfrm>
          <a:prstGeom prst="ellipse">
            <a:avLst/>
          </a:prstGeom>
          <a:solidFill>
            <a:schemeClr val="bg1"/>
          </a:solidFill>
          <a:effectLst>
            <a:glow rad="1130300">
              <a:srgbClr val="10B981">
                <a:alpha val="41000"/>
              </a:srgb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7" name="Овал 86">
            <a:extLst>
              <a:ext uri="{FF2B5EF4-FFF2-40B4-BE49-F238E27FC236}">
                <a16:creationId xmlns:a16="http://schemas.microsoft.com/office/drawing/2014/main" id="{C473049B-C0F8-4672-952D-8CEDEAA69D42}"/>
              </a:ext>
            </a:extLst>
          </p:cNvPr>
          <p:cNvSpPr/>
          <p:nvPr/>
        </p:nvSpPr>
        <p:spPr>
          <a:xfrm>
            <a:off x="790163" y="1710232"/>
            <a:ext cx="2027845" cy="1826943"/>
          </a:xfrm>
          <a:prstGeom prst="ellipse">
            <a:avLst/>
          </a:prstGeom>
          <a:solidFill>
            <a:schemeClr val="bg1"/>
          </a:solidFill>
          <a:effectLst>
            <a:glow rad="1130300">
              <a:srgbClr val="10B981">
                <a:alpha val="41000"/>
              </a:srgb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8" name="Овал 87">
            <a:extLst>
              <a:ext uri="{FF2B5EF4-FFF2-40B4-BE49-F238E27FC236}">
                <a16:creationId xmlns:a16="http://schemas.microsoft.com/office/drawing/2014/main" id="{CDFA0EDC-6CC0-43B2-B290-A27143236570}"/>
              </a:ext>
            </a:extLst>
          </p:cNvPr>
          <p:cNvSpPr/>
          <p:nvPr/>
        </p:nvSpPr>
        <p:spPr>
          <a:xfrm>
            <a:off x="2277706" y="4024310"/>
            <a:ext cx="2027845" cy="1826943"/>
          </a:xfrm>
          <a:prstGeom prst="ellipse">
            <a:avLst/>
          </a:prstGeom>
          <a:solidFill>
            <a:schemeClr val="bg1"/>
          </a:solidFill>
          <a:effectLst>
            <a:glow rad="1130300">
              <a:srgbClr val="10B981">
                <a:alpha val="41000"/>
              </a:srgb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Овал 88">
            <a:extLst>
              <a:ext uri="{FF2B5EF4-FFF2-40B4-BE49-F238E27FC236}">
                <a16:creationId xmlns:a16="http://schemas.microsoft.com/office/drawing/2014/main" id="{39C4D964-7480-4D66-A93C-3FCE586C2F35}"/>
              </a:ext>
            </a:extLst>
          </p:cNvPr>
          <p:cNvSpPr/>
          <p:nvPr/>
        </p:nvSpPr>
        <p:spPr>
          <a:xfrm>
            <a:off x="5093192" y="4042443"/>
            <a:ext cx="2027845" cy="1826943"/>
          </a:xfrm>
          <a:prstGeom prst="ellipse">
            <a:avLst/>
          </a:prstGeom>
          <a:solidFill>
            <a:schemeClr val="bg1"/>
          </a:solidFill>
          <a:effectLst>
            <a:glow rad="1130300">
              <a:srgbClr val="10B981">
                <a:alpha val="41000"/>
              </a:srgb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0" name="Овал 89">
            <a:extLst>
              <a:ext uri="{FF2B5EF4-FFF2-40B4-BE49-F238E27FC236}">
                <a16:creationId xmlns:a16="http://schemas.microsoft.com/office/drawing/2014/main" id="{AF2666C9-1783-44C7-8B34-332D41E95E1F}"/>
              </a:ext>
            </a:extLst>
          </p:cNvPr>
          <p:cNvSpPr/>
          <p:nvPr/>
        </p:nvSpPr>
        <p:spPr>
          <a:xfrm>
            <a:off x="8011321" y="4033670"/>
            <a:ext cx="2027845" cy="1826943"/>
          </a:xfrm>
          <a:prstGeom prst="ellipse">
            <a:avLst/>
          </a:prstGeom>
          <a:solidFill>
            <a:schemeClr val="bg1"/>
          </a:solidFill>
          <a:effectLst>
            <a:glow rad="1130300">
              <a:srgbClr val="10B981">
                <a:alpha val="41000"/>
              </a:srgb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0BAF3A1-5437-4488-8EF9-DDED5459E9A7}"/>
              </a:ext>
            </a:extLst>
          </p:cNvPr>
          <p:cNvSpPr txBox="1"/>
          <p:nvPr/>
        </p:nvSpPr>
        <p:spPr>
          <a:xfrm>
            <a:off x="790163" y="869788"/>
            <a:ext cx="44676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dirty="0"/>
              <a:t>ЗАДАЧИ</a:t>
            </a:r>
            <a:r>
              <a:rPr dirty="0"/>
              <a:t> ПРОЕКТА</a:t>
            </a:r>
          </a:p>
        </p:txBody>
      </p: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5F4D7F5B-E506-4956-A845-E5C99792C061}"/>
              </a:ext>
            </a:extLst>
          </p:cNvPr>
          <p:cNvGrpSpPr/>
          <p:nvPr/>
        </p:nvGrpSpPr>
        <p:grpSpPr>
          <a:xfrm>
            <a:off x="609293" y="1668715"/>
            <a:ext cx="2411560" cy="1928773"/>
            <a:chOff x="1224025" y="1594584"/>
            <a:chExt cx="2411560" cy="1928773"/>
          </a:xfrm>
        </p:grpSpPr>
        <p:sp>
          <p:nvSpPr>
            <p:cNvPr id="56" name="Shape 6">
              <a:extLst>
                <a:ext uri="{FF2B5EF4-FFF2-40B4-BE49-F238E27FC236}">
                  <a16:creationId xmlns:a16="http://schemas.microsoft.com/office/drawing/2014/main" id="{ADAAD465-0DC0-4B60-A813-A14CB29ED23C}"/>
                </a:ext>
              </a:extLst>
            </p:cNvPr>
            <p:cNvSpPr/>
            <p:nvPr/>
          </p:nvSpPr>
          <p:spPr>
            <a:xfrm>
              <a:off x="1224025" y="1594584"/>
              <a:ext cx="2411560" cy="1928773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D6E4F0"/>
              </a:solidFill>
              <a:prstDash val="solid"/>
            </a:ln>
            <a:effectLst>
              <a:outerShdw blurRad="177800" dist="114300" dir="5400000" algn="bl" rotWithShape="0">
                <a:srgbClr val="10B981">
                  <a:alpha val="75000"/>
                </a:srgbClr>
              </a:outerShdw>
            </a:effectLst>
          </p:spPr>
        </p: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F55E0877-841D-4105-AC0A-5599F8C50821}"/>
                </a:ext>
              </a:extLst>
            </p:cNvPr>
            <p:cNvGrpSpPr/>
            <p:nvPr/>
          </p:nvGrpSpPr>
          <p:grpSpPr>
            <a:xfrm>
              <a:off x="1319828" y="1649714"/>
              <a:ext cx="2177113" cy="1767968"/>
              <a:chOff x="1545336" y="2176272"/>
              <a:chExt cx="1733558" cy="1341064"/>
            </a:xfrm>
          </p:grpSpPr>
          <p:sp>
            <p:nvSpPr>
              <p:cNvPr id="8" name="Shape 3">
                <a:extLst>
                  <a:ext uri="{FF2B5EF4-FFF2-40B4-BE49-F238E27FC236}">
                    <a16:creationId xmlns:a16="http://schemas.microsoft.com/office/drawing/2014/main" id="{FA260019-782A-47B1-87AB-834A19A3F44B}"/>
                  </a:ext>
                </a:extLst>
              </p:cNvPr>
              <p:cNvSpPr/>
              <p:nvPr/>
            </p:nvSpPr>
            <p:spPr>
              <a:xfrm>
                <a:off x="2157984" y="2267712"/>
                <a:ext cx="594360" cy="594360"/>
              </a:xfrm>
              <a:prstGeom prst="ellipse">
                <a:avLst/>
              </a:prstGeom>
              <a:gradFill flip="none" rotWithShape="1">
                <a:gsLst>
                  <a:gs pos="0">
                    <a:srgbClr val="10B981">
                      <a:shade val="30000"/>
                      <a:satMod val="115000"/>
                    </a:srgbClr>
                  </a:gs>
                  <a:gs pos="50000">
                    <a:srgbClr val="10B981">
                      <a:shade val="67500"/>
                      <a:satMod val="115000"/>
                    </a:srgbClr>
                  </a:gs>
                  <a:gs pos="100000">
                    <a:srgbClr val="10B981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ln w="12700">
                <a:noFill/>
                <a:prstDash val="solid"/>
              </a:ln>
            </p:spPr>
          </p:sp>
          <p:pic>
            <p:nvPicPr>
              <p:cNvPr id="9" name="Image 0" descr="preencoded.png">
                <a:extLst>
                  <a:ext uri="{FF2B5EF4-FFF2-40B4-BE49-F238E27FC236}">
                    <a16:creationId xmlns:a16="http://schemas.microsoft.com/office/drawing/2014/main" id="{3F6D9EC0-231F-4210-AB85-68F7D85958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40280" y="2331720"/>
                <a:ext cx="429768" cy="429768"/>
              </a:xfrm>
              <a:prstGeom prst="rect">
                <a:avLst/>
              </a:prstGeom>
            </p:spPr>
          </p:pic>
          <p:sp>
            <p:nvSpPr>
              <p:cNvPr id="10" name="Text 4">
                <a:extLst>
                  <a:ext uri="{FF2B5EF4-FFF2-40B4-BE49-F238E27FC236}">
                    <a16:creationId xmlns:a16="http://schemas.microsoft.com/office/drawing/2014/main" id="{17727942-8F94-43E3-84C8-056642552E6C}"/>
                  </a:ext>
                </a:extLst>
              </p:cNvPr>
              <p:cNvSpPr/>
              <p:nvPr/>
            </p:nvSpPr>
            <p:spPr>
              <a:xfrm>
                <a:off x="1581357" y="2922976"/>
                <a:ext cx="1697537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0D1B3E"/>
                    </a:solidFill>
                    <a:latin typeface="Montserrat" panose="00000500000000000000" pitchFamily="2" charset="-52"/>
                    <a:ea typeface="Arial" pitchFamily="34" charset="-122"/>
                    <a:cs typeface="Arial" pitchFamily="34" charset="-120"/>
                  </a:rPr>
                  <a:t>Анализ предметной области</a:t>
                </a:r>
                <a:endParaRPr lang="en-US" sz="1400" dirty="0">
                  <a:latin typeface="Montserrat" panose="00000500000000000000" pitchFamily="2" charset="-52"/>
                </a:endParaRPr>
              </a:p>
            </p:txBody>
          </p:sp>
          <p:sp>
            <p:nvSpPr>
              <p:cNvPr id="11" name="Text 5">
                <a:extLst>
                  <a:ext uri="{FF2B5EF4-FFF2-40B4-BE49-F238E27FC236}">
                    <a16:creationId xmlns:a16="http://schemas.microsoft.com/office/drawing/2014/main" id="{60C82F18-2121-48E4-8A3B-5C7B0BC3B9C6}"/>
                  </a:ext>
                </a:extLst>
              </p:cNvPr>
              <p:cNvSpPr/>
              <p:nvPr/>
            </p:nvSpPr>
            <p:spPr>
              <a:xfrm>
                <a:off x="1545336" y="2176272"/>
                <a:ext cx="27432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6B7A99"/>
                    </a:solidFill>
                  </a:rPr>
                  <a:t>1</a:t>
                </a:r>
                <a:endParaRPr lang="en-US" sz="900" dirty="0"/>
              </a:p>
            </p:txBody>
          </p:sp>
        </p:grpSp>
      </p:grp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A2B9881A-FAB9-4113-9286-BC671BB50D4F}"/>
              </a:ext>
            </a:extLst>
          </p:cNvPr>
          <p:cNvGrpSpPr/>
          <p:nvPr/>
        </p:nvGrpSpPr>
        <p:grpSpPr>
          <a:xfrm>
            <a:off x="3491358" y="1684810"/>
            <a:ext cx="2411560" cy="1928773"/>
            <a:chOff x="3767328" y="2130552"/>
            <a:chExt cx="1920240" cy="1463040"/>
          </a:xfrm>
        </p:grpSpPr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A558C4F6-63E3-4996-B34A-4785414D4C38}"/>
                </a:ext>
              </a:extLst>
            </p:cNvPr>
            <p:cNvSpPr/>
            <p:nvPr/>
          </p:nvSpPr>
          <p:spPr>
            <a:xfrm>
              <a:off x="3767328" y="2130552"/>
              <a:ext cx="1920240" cy="146304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D6E4F0"/>
              </a:solidFill>
              <a:prstDash val="solid"/>
            </a:ln>
            <a:effectLst>
              <a:outerShdw blurRad="177800" dist="114300" dir="5400000" algn="bl" rotWithShape="0">
                <a:srgbClr val="10B981">
                  <a:alpha val="75000"/>
                </a:srgbClr>
              </a:outerShdw>
            </a:effectLst>
          </p:spPr>
        </p:sp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840EBA73-A9D2-4F80-91D5-70C59ED2DF6D}"/>
                </a:ext>
              </a:extLst>
            </p:cNvPr>
            <p:cNvSpPr/>
            <p:nvPr/>
          </p:nvSpPr>
          <p:spPr>
            <a:xfrm>
              <a:off x="4425696" y="2267712"/>
              <a:ext cx="594360" cy="594360"/>
            </a:xfrm>
            <a:prstGeom prst="ellipse">
              <a:avLst/>
            </a:prstGeom>
            <a:gradFill flip="none" rotWithShape="1">
              <a:gsLst>
                <a:gs pos="0">
                  <a:srgbClr val="10B981">
                    <a:shade val="30000"/>
                    <a:satMod val="115000"/>
                  </a:srgbClr>
                </a:gs>
                <a:gs pos="50000">
                  <a:srgbClr val="10B981">
                    <a:shade val="67500"/>
                    <a:satMod val="115000"/>
                  </a:srgbClr>
                </a:gs>
                <a:gs pos="100000">
                  <a:srgbClr val="10B981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 w="12700">
              <a:noFill/>
              <a:prstDash val="solid"/>
            </a:ln>
          </p:spPr>
        </p:sp>
        <p:pic>
          <p:nvPicPr>
            <p:cNvPr id="14" name="Image 1" descr="preencoded.png">
              <a:extLst>
                <a:ext uri="{FF2B5EF4-FFF2-40B4-BE49-F238E27FC236}">
                  <a16:creationId xmlns:a16="http://schemas.microsoft.com/office/drawing/2014/main" id="{8A09A61E-01FE-455F-A2F7-D4C04649F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07992" y="2331720"/>
              <a:ext cx="429768" cy="429768"/>
            </a:xfrm>
            <a:prstGeom prst="rect">
              <a:avLst/>
            </a:prstGeom>
          </p:spPr>
        </p:pic>
        <p:sp>
          <p:nvSpPr>
            <p:cNvPr id="15" name="Text 8">
              <a:extLst>
                <a:ext uri="{FF2B5EF4-FFF2-40B4-BE49-F238E27FC236}">
                  <a16:creationId xmlns:a16="http://schemas.microsoft.com/office/drawing/2014/main" id="{CD9589F5-AA6F-4218-A577-B1C785398061}"/>
                </a:ext>
              </a:extLst>
            </p:cNvPr>
            <p:cNvSpPr/>
            <p:nvPr/>
          </p:nvSpPr>
          <p:spPr>
            <a:xfrm>
              <a:off x="3813048" y="2935224"/>
              <a:ext cx="18288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D1B3E"/>
                  </a:solidFill>
                  <a:latin typeface="Montserrat" panose="00000500000000000000" pitchFamily="2" charset="-52"/>
                  <a:ea typeface="Arial" pitchFamily="34" charset="-122"/>
                  <a:cs typeface="Arial" pitchFamily="34" charset="-120"/>
                </a:rPr>
                <a:t>Проектирование базы данных</a:t>
              </a:r>
              <a:endParaRPr lang="en-US" sz="1400" dirty="0">
                <a:latin typeface="Montserrat" panose="00000500000000000000" pitchFamily="2" charset="-52"/>
              </a:endParaRPr>
            </a:p>
          </p:txBody>
        </p:sp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BF88871B-069D-4FD4-BB89-6E747EC58171}"/>
                </a:ext>
              </a:extLst>
            </p:cNvPr>
            <p:cNvSpPr/>
            <p:nvPr/>
          </p:nvSpPr>
          <p:spPr>
            <a:xfrm>
              <a:off x="3813048" y="2176272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B7A99"/>
                  </a:solidFill>
                </a:rPr>
                <a:t>2</a:t>
              </a:r>
              <a:endParaRPr lang="en-US" sz="900" dirty="0"/>
            </a:p>
          </p:txBody>
        </p:sp>
      </p:grp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0691D06D-AEA2-4E0A-8A4E-A2D66FBDDAF1}"/>
              </a:ext>
            </a:extLst>
          </p:cNvPr>
          <p:cNvGrpSpPr/>
          <p:nvPr/>
        </p:nvGrpSpPr>
        <p:grpSpPr>
          <a:xfrm>
            <a:off x="6373423" y="1704205"/>
            <a:ext cx="2411560" cy="1928773"/>
            <a:chOff x="6469644" y="1594584"/>
            <a:chExt cx="2411560" cy="1928773"/>
          </a:xfrm>
        </p:grpSpPr>
        <p:sp>
          <p:nvSpPr>
            <p:cNvPr id="58" name="Shape 6">
              <a:extLst>
                <a:ext uri="{FF2B5EF4-FFF2-40B4-BE49-F238E27FC236}">
                  <a16:creationId xmlns:a16="http://schemas.microsoft.com/office/drawing/2014/main" id="{E6BF9B06-A089-4B95-B4F5-94E4C104E22A}"/>
                </a:ext>
              </a:extLst>
            </p:cNvPr>
            <p:cNvSpPr/>
            <p:nvPr/>
          </p:nvSpPr>
          <p:spPr>
            <a:xfrm>
              <a:off x="6469644" y="1594584"/>
              <a:ext cx="2411560" cy="1928773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D6E4F0"/>
              </a:solidFill>
              <a:prstDash val="solid"/>
            </a:ln>
            <a:effectLst>
              <a:outerShdw blurRad="177800" dist="114300" dir="5400000" algn="bl" rotWithShape="0">
                <a:srgbClr val="10B981">
                  <a:alpha val="75000"/>
                </a:srgbClr>
              </a:outerShdw>
            </a:effectLst>
          </p:spPr>
        </p:sp>
        <p:grpSp>
          <p:nvGrpSpPr>
            <p:cNvPr id="52" name="Группа 51">
              <a:extLst>
                <a:ext uri="{FF2B5EF4-FFF2-40B4-BE49-F238E27FC236}">
                  <a16:creationId xmlns:a16="http://schemas.microsoft.com/office/drawing/2014/main" id="{2F56EB4B-B230-4B56-B391-55843649EA75}"/>
                </a:ext>
              </a:extLst>
            </p:cNvPr>
            <p:cNvGrpSpPr/>
            <p:nvPr/>
          </p:nvGrpSpPr>
          <p:grpSpPr>
            <a:xfrm>
              <a:off x="6508029" y="1660924"/>
              <a:ext cx="2296724" cy="1784115"/>
              <a:chOff x="6080760" y="2176272"/>
              <a:chExt cx="1828800" cy="1353312"/>
            </a:xfrm>
          </p:grpSpPr>
          <p:sp>
            <p:nvSpPr>
              <p:cNvPr id="18" name="Shape 11">
                <a:extLst>
                  <a:ext uri="{FF2B5EF4-FFF2-40B4-BE49-F238E27FC236}">
                    <a16:creationId xmlns:a16="http://schemas.microsoft.com/office/drawing/2014/main" id="{07F2FEB3-1328-4A3D-AC1C-8BD95B02D418}"/>
                  </a:ext>
                </a:extLst>
              </p:cNvPr>
              <p:cNvSpPr/>
              <p:nvPr/>
            </p:nvSpPr>
            <p:spPr>
              <a:xfrm>
                <a:off x="6693408" y="2267712"/>
                <a:ext cx="594360" cy="594360"/>
              </a:xfrm>
              <a:prstGeom prst="ellipse">
                <a:avLst/>
              </a:prstGeom>
              <a:gradFill flip="none" rotWithShape="1">
                <a:gsLst>
                  <a:gs pos="0">
                    <a:srgbClr val="10B981">
                      <a:shade val="30000"/>
                      <a:satMod val="115000"/>
                    </a:srgbClr>
                  </a:gs>
                  <a:gs pos="50000">
                    <a:srgbClr val="10B981">
                      <a:shade val="67500"/>
                      <a:satMod val="115000"/>
                    </a:srgbClr>
                  </a:gs>
                  <a:gs pos="100000">
                    <a:srgbClr val="10B981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ln w="12700">
                <a:noFill/>
                <a:prstDash val="solid"/>
              </a:ln>
            </p:spPr>
          </p:sp>
          <p:pic>
            <p:nvPicPr>
              <p:cNvPr id="19" name="Image 2" descr="preencoded.png">
                <a:extLst>
                  <a:ext uri="{FF2B5EF4-FFF2-40B4-BE49-F238E27FC236}">
                    <a16:creationId xmlns:a16="http://schemas.microsoft.com/office/drawing/2014/main" id="{1345D6A0-468C-4914-88BB-459C9D0248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75704" y="2331720"/>
                <a:ext cx="429768" cy="429768"/>
              </a:xfrm>
              <a:prstGeom prst="rect">
                <a:avLst/>
              </a:prstGeom>
            </p:spPr>
          </p:pic>
          <p:sp>
            <p:nvSpPr>
              <p:cNvPr id="20" name="Text 12">
                <a:extLst>
                  <a:ext uri="{FF2B5EF4-FFF2-40B4-BE49-F238E27FC236}">
                    <a16:creationId xmlns:a16="http://schemas.microsoft.com/office/drawing/2014/main" id="{B4C66BEE-F218-4466-9BB0-7160D7358888}"/>
                  </a:ext>
                </a:extLst>
              </p:cNvPr>
              <p:cNvSpPr/>
              <p:nvPr/>
            </p:nvSpPr>
            <p:spPr>
              <a:xfrm>
                <a:off x="6080760" y="2935224"/>
                <a:ext cx="1828800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0D1B3E"/>
                    </a:solidFill>
                    <a:latin typeface="Montserrat" panose="00000500000000000000" pitchFamily="2" charset="-52"/>
                    <a:ea typeface="Arial" pitchFamily="34" charset="-122"/>
                    <a:cs typeface="Arial" pitchFamily="34" charset="-120"/>
                  </a:rPr>
                  <a:t>Разработка веб-приложения</a:t>
                </a:r>
                <a:endParaRPr lang="en-US" sz="1400" dirty="0">
                  <a:latin typeface="Montserrat" panose="00000500000000000000" pitchFamily="2" charset="-52"/>
                </a:endParaRPr>
              </a:p>
            </p:txBody>
          </p:sp>
          <p:sp>
            <p:nvSpPr>
              <p:cNvPr id="21" name="Text 13">
                <a:extLst>
                  <a:ext uri="{FF2B5EF4-FFF2-40B4-BE49-F238E27FC236}">
                    <a16:creationId xmlns:a16="http://schemas.microsoft.com/office/drawing/2014/main" id="{72DCF551-8D46-44B6-B300-FA4C279243BF}"/>
                  </a:ext>
                </a:extLst>
              </p:cNvPr>
              <p:cNvSpPr/>
              <p:nvPr/>
            </p:nvSpPr>
            <p:spPr>
              <a:xfrm>
                <a:off x="6080760" y="2176272"/>
                <a:ext cx="27432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6B7A99"/>
                    </a:solidFill>
                  </a:rPr>
                  <a:t>3</a:t>
                </a:r>
                <a:endParaRPr lang="en-US" sz="900" dirty="0"/>
              </a:p>
            </p:txBody>
          </p:sp>
        </p:grpSp>
      </p:grp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668D7517-6162-4487-877A-C109FA6FAD31}"/>
              </a:ext>
            </a:extLst>
          </p:cNvPr>
          <p:cNvGrpSpPr/>
          <p:nvPr/>
        </p:nvGrpSpPr>
        <p:grpSpPr>
          <a:xfrm>
            <a:off x="9251526" y="1723845"/>
            <a:ext cx="2411560" cy="1928773"/>
            <a:chOff x="9091256" y="1600651"/>
            <a:chExt cx="2411560" cy="1928773"/>
          </a:xfrm>
        </p:grpSpPr>
        <p:sp>
          <p:nvSpPr>
            <p:cNvPr id="59" name="Shape 6">
              <a:extLst>
                <a:ext uri="{FF2B5EF4-FFF2-40B4-BE49-F238E27FC236}">
                  <a16:creationId xmlns:a16="http://schemas.microsoft.com/office/drawing/2014/main" id="{723D42F8-DFA5-4808-B893-D47A3472B02B}"/>
                </a:ext>
              </a:extLst>
            </p:cNvPr>
            <p:cNvSpPr/>
            <p:nvPr/>
          </p:nvSpPr>
          <p:spPr>
            <a:xfrm>
              <a:off x="9091256" y="1600651"/>
              <a:ext cx="2411560" cy="1928773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D6E4F0"/>
              </a:solidFill>
              <a:prstDash val="solid"/>
            </a:ln>
            <a:effectLst>
              <a:outerShdw blurRad="177800" dist="114300" dir="5400000" algn="bl" rotWithShape="0">
                <a:srgbClr val="10B981">
                  <a:alpha val="75000"/>
                </a:srgbClr>
              </a:outerShdw>
            </a:effectLst>
          </p:spPr>
        </p:sp>
        <p:grpSp>
          <p:nvGrpSpPr>
            <p:cNvPr id="51" name="Группа 50">
              <a:extLst>
                <a:ext uri="{FF2B5EF4-FFF2-40B4-BE49-F238E27FC236}">
                  <a16:creationId xmlns:a16="http://schemas.microsoft.com/office/drawing/2014/main" id="{300E46B5-49A9-4F97-B88F-99A0732DE620}"/>
                </a:ext>
              </a:extLst>
            </p:cNvPr>
            <p:cNvGrpSpPr/>
            <p:nvPr/>
          </p:nvGrpSpPr>
          <p:grpSpPr>
            <a:xfrm>
              <a:off x="9093651" y="1660923"/>
              <a:ext cx="2296724" cy="1784115"/>
              <a:chOff x="8348472" y="2176272"/>
              <a:chExt cx="1828800" cy="1353312"/>
            </a:xfrm>
          </p:grpSpPr>
          <p:sp>
            <p:nvSpPr>
              <p:cNvPr id="23" name="Shape 15">
                <a:extLst>
                  <a:ext uri="{FF2B5EF4-FFF2-40B4-BE49-F238E27FC236}">
                    <a16:creationId xmlns:a16="http://schemas.microsoft.com/office/drawing/2014/main" id="{1711B1E3-9255-4520-B4FC-EB42DEF312B9}"/>
                  </a:ext>
                </a:extLst>
              </p:cNvPr>
              <p:cNvSpPr/>
              <p:nvPr/>
            </p:nvSpPr>
            <p:spPr>
              <a:xfrm>
                <a:off x="8961120" y="2267712"/>
                <a:ext cx="594360" cy="594360"/>
              </a:xfrm>
              <a:prstGeom prst="ellipse">
                <a:avLst/>
              </a:prstGeom>
              <a:gradFill flip="none" rotWithShape="1">
                <a:gsLst>
                  <a:gs pos="0">
                    <a:srgbClr val="10B981">
                      <a:shade val="30000"/>
                      <a:satMod val="115000"/>
                    </a:srgbClr>
                  </a:gs>
                  <a:gs pos="50000">
                    <a:srgbClr val="10B981">
                      <a:shade val="67500"/>
                      <a:satMod val="115000"/>
                    </a:srgbClr>
                  </a:gs>
                  <a:gs pos="100000">
                    <a:srgbClr val="10B981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ln w="12700">
                <a:noFill/>
                <a:prstDash val="solid"/>
              </a:ln>
            </p:spPr>
          </p:sp>
          <p:pic>
            <p:nvPicPr>
              <p:cNvPr id="24" name="Image 3" descr="preencoded.png">
                <a:extLst>
                  <a:ext uri="{FF2B5EF4-FFF2-40B4-BE49-F238E27FC236}">
                    <a16:creationId xmlns:a16="http://schemas.microsoft.com/office/drawing/2014/main" id="{E19F06B7-38ED-4AE2-B855-911ED9DC16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43416" y="2331720"/>
                <a:ext cx="429768" cy="429768"/>
              </a:xfrm>
              <a:prstGeom prst="rect">
                <a:avLst/>
              </a:prstGeom>
            </p:spPr>
          </p:pic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5AD785A9-95E7-4D72-9E4E-A261F624E218}"/>
                  </a:ext>
                </a:extLst>
              </p:cNvPr>
              <p:cNvSpPr/>
              <p:nvPr/>
            </p:nvSpPr>
            <p:spPr>
              <a:xfrm>
                <a:off x="8348472" y="2935224"/>
                <a:ext cx="1828800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ru-RU" sz="1400" b="1" dirty="0">
                    <a:solidFill>
                      <a:srgbClr val="0D1B3E"/>
                    </a:solidFill>
                    <a:latin typeface="Montserrat" panose="00000500000000000000" pitchFamily="2" charset="-52"/>
                    <a:ea typeface="Arial" pitchFamily="34" charset="-122"/>
                    <a:cs typeface="Arial" pitchFamily="34" charset="-120"/>
                  </a:rPr>
                  <a:t>Разработка алгоритма</a:t>
                </a:r>
                <a:r>
                  <a:rPr lang="en-US" sz="1400" b="1" dirty="0">
                    <a:solidFill>
                      <a:srgbClr val="0D1B3E"/>
                    </a:solidFill>
                    <a:latin typeface="Montserrat" panose="00000500000000000000" pitchFamily="2" charset="-52"/>
                    <a:ea typeface="Arial" pitchFamily="34" charset="-122"/>
                    <a:cs typeface="Arial" pitchFamily="34" charset="-120"/>
                  </a:rPr>
                  <a:t> рекомендаций</a:t>
                </a:r>
                <a:endParaRPr lang="en-US" sz="1400" dirty="0">
                  <a:latin typeface="Montserrat" panose="00000500000000000000" pitchFamily="2" charset="-52"/>
                </a:endParaRPr>
              </a:p>
            </p:txBody>
          </p:sp>
          <p:sp>
            <p:nvSpPr>
              <p:cNvPr id="26" name="Text 17">
                <a:extLst>
                  <a:ext uri="{FF2B5EF4-FFF2-40B4-BE49-F238E27FC236}">
                    <a16:creationId xmlns:a16="http://schemas.microsoft.com/office/drawing/2014/main" id="{8C8DE196-836E-4246-BBA0-D06121BB9CCF}"/>
                  </a:ext>
                </a:extLst>
              </p:cNvPr>
              <p:cNvSpPr/>
              <p:nvPr/>
            </p:nvSpPr>
            <p:spPr>
              <a:xfrm>
                <a:off x="8348472" y="2176272"/>
                <a:ext cx="27432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6B7A99"/>
                    </a:solidFill>
                  </a:rPr>
                  <a:t>4</a:t>
                </a:r>
                <a:endParaRPr lang="en-US" sz="900" dirty="0"/>
              </a:p>
            </p:txBody>
          </p:sp>
        </p:grpSp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936BA321-D695-4A5E-808E-2B570286D474}"/>
              </a:ext>
            </a:extLst>
          </p:cNvPr>
          <p:cNvGrpSpPr/>
          <p:nvPr/>
        </p:nvGrpSpPr>
        <p:grpSpPr>
          <a:xfrm>
            <a:off x="2085849" y="3985079"/>
            <a:ext cx="2411560" cy="1928773"/>
            <a:chOff x="1219433" y="3985079"/>
            <a:chExt cx="2411560" cy="1928773"/>
          </a:xfrm>
        </p:grpSpPr>
        <p:sp>
          <p:nvSpPr>
            <p:cNvPr id="61" name="Shape 6">
              <a:extLst>
                <a:ext uri="{FF2B5EF4-FFF2-40B4-BE49-F238E27FC236}">
                  <a16:creationId xmlns:a16="http://schemas.microsoft.com/office/drawing/2014/main" id="{4ABB445B-427E-44D3-BF31-75703384E910}"/>
                </a:ext>
              </a:extLst>
            </p:cNvPr>
            <p:cNvSpPr/>
            <p:nvPr/>
          </p:nvSpPr>
          <p:spPr>
            <a:xfrm>
              <a:off x="1219433" y="3985079"/>
              <a:ext cx="2411560" cy="1928773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D6E4F0"/>
              </a:solidFill>
              <a:prstDash val="solid"/>
            </a:ln>
            <a:effectLst>
              <a:outerShdw blurRad="177800" dist="114300" dir="5400000" algn="bl" rotWithShape="0">
                <a:srgbClr val="10B981">
                  <a:alpha val="75000"/>
                </a:srgbClr>
              </a:outerShdw>
            </a:effectLst>
          </p:spPr>
        </p:sp>
        <p:grpSp>
          <p:nvGrpSpPr>
            <p:cNvPr id="47" name="Группа 46">
              <a:extLst>
                <a:ext uri="{FF2B5EF4-FFF2-40B4-BE49-F238E27FC236}">
                  <a16:creationId xmlns:a16="http://schemas.microsoft.com/office/drawing/2014/main" id="{07C8D318-5283-4C16-80C6-739C18BA4C57}"/>
                </a:ext>
              </a:extLst>
            </p:cNvPr>
            <p:cNvGrpSpPr/>
            <p:nvPr/>
          </p:nvGrpSpPr>
          <p:grpSpPr>
            <a:xfrm>
              <a:off x="1276852" y="4042443"/>
              <a:ext cx="2296724" cy="1784115"/>
              <a:chOff x="1514744" y="3959352"/>
              <a:chExt cx="1828800" cy="1353312"/>
            </a:xfrm>
          </p:grpSpPr>
          <p:sp>
            <p:nvSpPr>
              <p:cNvPr id="28" name="Shape 19">
                <a:extLst>
                  <a:ext uri="{FF2B5EF4-FFF2-40B4-BE49-F238E27FC236}">
                    <a16:creationId xmlns:a16="http://schemas.microsoft.com/office/drawing/2014/main" id="{19436718-E07D-4070-9F47-90CBBAEB3068}"/>
                  </a:ext>
                </a:extLst>
              </p:cNvPr>
              <p:cNvSpPr/>
              <p:nvPr/>
            </p:nvSpPr>
            <p:spPr>
              <a:xfrm>
                <a:off x="2157984" y="4050792"/>
                <a:ext cx="594360" cy="594360"/>
              </a:xfrm>
              <a:prstGeom prst="ellipse">
                <a:avLst/>
              </a:prstGeom>
              <a:gradFill flip="none" rotWithShape="1">
                <a:gsLst>
                  <a:gs pos="0">
                    <a:srgbClr val="10B981">
                      <a:shade val="30000"/>
                      <a:satMod val="115000"/>
                    </a:srgbClr>
                  </a:gs>
                  <a:gs pos="50000">
                    <a:srgbClr val="10B981">
                      <a:shade val="67500"/>
                      <a:satMod val="115000"/>
                    </a:srgbClr>
                  </a:gs>
                  <a:gs pos="100000">
                    <a:srgbClr val="10B981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ln w="12700">
                <a:noFill/>
                <a:prstDash val="solid"/>
              </a:ln>
            </p:spPr>
          </p:sp>
          <p:pic>
            <p:nvPicPr>
              <p:cNvPr id="29" name="Image 4" descr="preencoded.png">
                <a:extLst>
                  <a:ext uri="{FF2B5EF4-FFF2-40B4-BE49-F238E27FC236}">
                    <a16:creationId xmlns:a16="http://schemas.microsoft.com/office/drawing/2014/main" id="{877A5718-4E19-4CAD-B530-2D6DC01854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40280" y="4114800"/>
                <a:ext cx="429768" cy="429768"/>
              </a:xfrm>
              <a:prstGeom prst="rect">
                <a:avLst/>
              </a:prstGeom>
            </p:spPr>
          </p:pic>
          <p:sp>
            <p:nvSpPr>
              <p:cNvPr id="30" name="Text 20">
                <a:extLst>
                  <a:ext uri="{FF2B5EF4-FFF2-40B4-BE49-F238E27FC236}">
                    <a16:creationId xmlns:a16="http://schemas.microsoft.com/office/drawing/2014/main" id="{C6443CBC-151F-459F-8222-7D57C6D6CABA}"/>
                  </a:ext>
                </a:extLst>
              </p:cNvPr>
              <p:cNvSpPr/>
              <p:nvPr/>
            </p:nvSpPr>
            <p:spPr>
              <a:xfrm>
                <a:off x="1514744" y="4718304"/>
                <a:ext cx="1828800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ru-RU" sz="1400" b="1" dirty="0">
                    <a:solidFill>
                      <a:srgbClr val="0D1B3E"/>
                    </a:solidFill>
                    <a:latin typeface="Montserrat" panose="00000500000000000000" pitchFamily="2" charset="-52"/>
                    <a:ea typeface="Arial" pitchFamily="34" charset="-122"/>
                    <a:cs typeface="Arial" pitchFamily="34" charset="-120"/>
                  </a:rPr>
                  <a:t>М</a:t>
                </a:r>
                <a:r>
                  <a:rPr lang="en-US" sz="1400" b="1" dirty="0" err="1">
                    <a:solidFill>
                      <a:srgbClr val="0D1B3E"/>
                    </a:solidFill>
                    <a:latin typeface="Montserrat" panose="00000500000000000000" pitchFamily="2" charset="-52"/>
                    <a:ea typeface="Arial" pitchFamily="34" charset="-122"/>
                    <a:cs typeface="Arial" pitchFamily="34" charset="-120"/>
                  </a:rPr>
                  <a:t>одерация</a:t>
                </a:r>
                <a:r>
                  <a:rPr lang="en-US" sz="1400" b="1" dirty="0">
                    <a:solidFill>
                      <a:srgbClr val="0D1B3E"/>
                    </a:solidFill>
                    <a:latin typeface="Montserrat" panose="00000500000000000000" pitchFamily="2" charset="-52"/>
                    <a:ea typeface="Arial" pitchFamily="34" charset="-122"/>
                    <a:cs typeface="Arial" pitchFamily="34" charset="-120"/>
                  </a:rPr>
                  <a:t> отзывов</a:t>
                </a:r>
                <a:endParaRPr lang="en-US" sz="1400" dirty="0">
                  <a:latin typeface="Montserrat" panose="00000500000000000000" pitchFamily="2" charset="-52"/>
                </a:endParaRPr>
              </a:p>
            </p:txBody>
          </p:sp>
          <p:sp>
            <p:nvSpPr>
              <p:cNvPr id="31" name="Text 21">
                <a:extLst>
                  <a:ext uri="{FF2B5EF4-FFF2-40B4-BE49-F238E27FC236}">
                    <a16:creationId xmlns:a16="http://schemas.microsoft.com/office/drawing/2014/main" id="{5809F633-572E-4CF0-B0B5-4109AF7FD4DF}"/>
                  </a:ext>
                </a:extLst>
              </p:cNvPr>
              <p:cNvSpPr/>
              <p:nvPr/>
            </p:nvSpPr>
            <p:spPr>
              <a:xfrm>
                <a:off x="1545336" y="3959352"/>
                <a:ext cx="27432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6B7A99"/>
                    </a:solidFill>
                  </a:rPr>
                  <a:t>5</a:t>
                </a:r>
                <a:endParaRPr lang="en-US" sz="900" dirty="0"/>
              </a:p>
            </p:txBody>
          </p:sp>
        </p:grpSp>
      </p:grpSp>
      <p:grpSp>
        <p:nvGrpSpPr>
          <p:cNvPr id="81" name="Группа 80">
            <a:extLst>
              <a:ext uri="{FF2B5EF4-FFF2-40B4-BE49-F238E27FC236}">
                <a16:creationId xmlns:a16="http://schemas.microsoft.com/office/drawing/2014/main" id="{F8484C72-A445-4884-98B8-7C4E881F9555}"/>
              </a:ext>
            </a:extLst>
          </p:cNvPr>
          <p:cNvGrpSpPr/>
          <p:nvPr/>
        </p:nvGrpSpPr>
        <p:grpSpPr>
          <a:xfrm>
            <a:off x="4961261" y="3982166"/>
            <a:ext cx="2411560" cy="1928773"/>
            <a:chOff x="6469644" y="3990941"/>
            <a:chExt cx="2411560" cy="1928773"/>
          </a:xfrm>
        </p:grpSpPr>
        <p:sp>
          <p:nvSpPr>
            <p:cNvPr id="63" name="Shape 6">
              <a:extLst>
                <a:ext uri="{FF2B5EF4-FFF2-40B4-BE49-F238E27FC236}">
                  <a16:creationId xmlns:a16="http://schemas.microsoft.com/office/drawing/2014/main" id="{CEED02DC-DB8E-4271-A2E2-C9B9F24E1CD2}"/>
                </a:ext>
              </a:extLst>
            </p:cNvPr>
            <p:cNvSpPr/>
            <p:nvPr/>
          </p:nvSpPr>
          <p:spPr>
            <a:xfrm>
              <a:off x="6469644" y="3990941"/>
              <a:ext cx="2411560" cy="1928773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D6E4F0"/>
              </a:solidFill>
              <a:prstDash val="solid"/>
            </a:ln>
            <a:effectLst>
              <a:outerShdw blurRad="177800" dist="114300" dir="5400000" algn="bl" rotWithShape="0">
                <a:srgbClr val="10B981">
                  <a:alpha val="75000"/>
                </a:srgbClr>
              </a:outerShdw>
            </a:effectLst>
          </p:spPr>
        </p:sp>
        <p:grpSp>
          <p:nvGrpSpPr>
            <p:cNvPr id="49" name="Группа 48">
              <a:extLst>
                <a:ext uri="{FF2B5EF4-FFF2-40B4-BE49-F238E27FC236}">
                  <a16:creationId xmlns:a16="http://schemas.microsoft.com/office/drawing/2014/main" id="{8D7E8F6F-317E-4823-9D0A-1A5C7AC1B5B7}"/>
                </a:ext>
              </a:extLst>
            </p:cNvPr>
            <p:cNvGrpSpPr/>
            <p:nvPr/>
          </p:nvGrpSpPr>
          <p:grpSpPr>
            <a:xfrm>
              <a:off x="6514149" y="4042445"/>
              <a:ext cx="2258488" cy="1784115"/>
              <a:chOff x="6080760" y="3959352"/>
              <a:chExt cx="1798354" cy="1353312"/>
            </a:xfrm>
          </p:grpSpPr>
          <p:sp>
            <p:nvSpPr>
              <p:cNvPr id="38" name="Shape 27">
                <a:extLst>
                  <a:ext uri="{FF2B5EF4-FFF2-40B4-BE49-F238E27FC236}">
                    <a16:creationId xmlns:a16="http://schemas.microsoft.com/office/drawing/2014/main" id="{81B0B951-808B-4C59-9828-FFE4257CC6F5}"/>
                  </a:ext>
                </a:extLst>
              </p:cNvPr>
              <p:cNvSpPr/>
              <p:nvPr/>
            </p:nvSpPr>
            <p:spPr>
              <a:xfrm>
                <a:off x="6693408" y="4050792"/>
                <a:ext cx="594360" cy="594360"/>
              </a:xfrm>
              <a:prstGeom prst="ellipse">
                <a:avLst/>
              </a:prstGeom>
              <a:gradFill flip="none" rotWithShape="1">
                <a:gsLst>
                  <a:gs pos="0">
                    <a:srgbClr val="10B981">
                      <a:shade val="30000"/>
                      <a:satMod val="115000"/>
                    </a:srgbClr>
                  </a:gs>
                  <a:gs pos="50000">
                    <a:srgbClr val="10B981">
                      <a:shade val="67500"/>
                      <a:satMod val="115000"/>
                    </a:srgbClr>
                  </a:gs>
                  <a:gs pos="100000">
                    <a:srgbClr val="10B981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ln w="12700">
                <a:noFill/>
                <a:prstDash val="solid"/>
              </a:ln>
            </p:spPr>
          </p:sp>
          <p:pic>
            <p:nvPicPr>
              <p:cNvPr id="39" name="Image 6" descr="preencoded.png">
                <a:extLst>
                  <a:ext uri="{FF2B5EF4-FFF2-40B4-BE49-F238E27FC236}">
                    <a16:creationId xmlns:a16="http://schemas.microsoft.com/office/drawing/2014/main" id="{E58C85C6-183E-424A-BDA7-0F05C2B552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75704" y="4114800"/>
                <a:ext cx="429768" cy="429768"/>
              </a:xfrm>
              <a:prstGeom prst="rect">
                <a:avLst/>
              </a:prstGeom>
            </p:spPr>
          </p:pic>
          <p:sp>
            <p:nvSpPr>
              <p:cNvPr id="40" name="Text 28">
                <a:extLst>
                  <a:ext uri="{FF2B5EF4-FFF2-40B4-BE49-F238E27FC236}">
                    <a16:creationId xmlns:a16="http://schemas.microsoft.com/office/drawing/2014/main" id="{EC2CA0C9-62F9-4FCC-89AC-578AD24F9B35}"/>
                  </a:ext>
                </a:extLst>
              </p:cNvPr>
              <p:cNvSpPr/>
              <p:nvPr/>
            </p:nvSpPr>
            <p:spPr>
              <a:xfrm>
                <a:off x="6131771" y="4724353"/>
                <a:ext cx="1747343" cy="5883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0D1B3E"/>
                    </a:solidFill>
                    <a:latin typeface="Montserrat" panose="00000500000000000000" pitchFamily="2" charset="-52"/>
                    <a:ea typeface="Arial" pitchFamily="34" charset="-122"/>
                    <a:cs typeface="Arial" pitchFamily="34" charset="-120"/>
                  </a:rPr>
                  <a:t>Тестирование системы</a:t>
                </a:r>
                <a:endParaRPr lang="en-US" sz="1400" dirty="0">
                  <a:latin typeface="Montserrat" panose="00000500000000000000" pitchFamily="2" charset="-52"/>
                </a:endParaRPr>
              </a:p>
            </p:txBody>
          </p:sp>
          <p:sp>
            <p:nvSpPr>
              <p:cNvPr id="41" name="Text 29">
                <a:extLst>
                  <a:ext uri="{FF2B5EF4-FFF2-40B4-BE49-F238E27FC236}">
                    <a16:creationId xmlns:a16="http://schemas.microsoft.com/office/drawing/2014/main" id="{4435D5F8-A72F-4E88-A4B3-BEAD69C3B505}"/>
                  </a:ext>
                </a:extLst>
              </p:cNvPr>
              <p:cNvSpPr/>
              <p:nvPr/>
            </p:nvSpPr>
            <p:spPr>
              <a:xfrm>
                <a:off x="6080760" y="3959352"/>
                <a:ext cx="27432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ru-RU" sz="900" dirty="0">
                    <a:solidFill>
                      <a:srgbClr val="6B7A99"/>
                    </a:solidFill>
                  </a:rPr>
                  <a:t>6</a:t>
                </a:r>
                <a:endParaRPr lang="en-US" sz="900" dirty="0"/>
              </a:p>
            </p:txBody>
          </p:sp>
        </p:grpSp>
      </p:grpSp>
      <p:grpSp>
        <p:nvGrpSpPr>
          <p:cNvPr id="82" name="Группа 81">
            <a:extLst>
              <a:ext uri="{FF2B5EF4-FFF2-40B4-BE49-F238E27FC236}">
                <a16:creationId xmlns:a16="http://schemas.microsoft.com/office/drawing/2014/main" id="{BF14FC31-D331-4799-A65F-14DB8000C7AA}"/>
              </a:ext>
            </a:extLst>
          </p:cNvPr>
          <p:cNvGrpSpPr/>
          <p:nvPr/>
        </p:nvGrpSpPr>
        <p:grpSpPr>
          <a:xfrm>
            <a:off x="7836673" y="3985079"/>
            <a:ext cx="2411560" cy="1928773"/>
            <a:chOff x="9091256" y="3982167"/>
            <a:chExt cx="2411560" cy="1928773"/>
          </a:xfrm>
        </p:grpSpPr>
        <p:sp>
          <p:nvSpPr>
            <p:cNvPr id="64" name="Shape 6">
              <a:extLst>
                <a:ext uri="{FF2B5EF4-FFF2-40B4-BE49-F238E27FC236}">
                  <a16:creationId xmlns:a16="http://schemas.microsoft.com/office/drawing/2014/main" id="{A660D46B-ED14-4DE0-B154-F53B7975D341}"/>
                </a:ext>
              </a:extLst>
            </p:cNvPr>
            <p:cNvSpPr/>
            <p:nvPr/>
          </p:nvSpPr>
          <p:spPr>
            <a:xfrm>
              <a:off x="9091256" y="3982167"/>
              <a:ext cx="2411560" cy="1928773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D6E4F0"/>
              </a:solidFill>
              <a:prstDash val="solid"/>
            </a:ln>
            <a:effectLst>
              <a:outerShdw blurRad="177800" dist="114300" dir="5400000" algn="bl" rotWithShape="0">
                <a:srgbClr val="10B981">
                  <a:alpha val="75000"/>
                </a:srgbClr>
              </a:outerShdw>
            </a:effectLst>
          </p:spPr>
        </p:sp>
        <p:grpSp>
          <p:nvGrpSpPr>
            <p:cNvPr id="50" name="Группа 49">
              <a:extLst>
                <a:ext uri="{FF2B5EF4-FFF2-40B4-BE49-F238E27FC236}">
                  <a16:creationId xmlns:a16="http://schemas.microsoft.com/office/drawing/2014/main" id="{F82DA3B3-AD3B-484F-B3D8-D55FEE8A3851}"/>
                </a:ext>
              </a:extLst>
            </p:cNvPr>
            <p:cNvGrpSpPr/>
            <p:nvPr/>
          </p:nvGrpSpPr>
          <p:grpSpPr>
            <a:xfrm>
              <a:off x="9093650" y="4045353"/>
              <a:ext cx="2351747" cy="1784115"/>
              <a:chOff x="8348472" y="3959352"/>
              <a:chExt cx="1872613" cy="1353312"/>
            </a:xfrm>
          </p:grpSpPr>
          <p:sp>
            <p:nvSpPr>
              <p:cNvPr id="43" name="Shape 31">
                <a:extLst>
                  <a:ext uri="{FF2B5EF4-FFF2-40B4-BE49-F238E27FC236}">
                    <a16:creationId xmlns:a16="http://schemas.microsoft.com/office/drawing/2014/main" id="{3EE201C9-F141-4229-905E-1E1ABAFF1D40}"/>
                  </a:ext>
                </a:extLst>
              </p:cNvPr>
              <p:cNvSpPr/>
              <p:nvPr/>
            </p:nvSpPr>
            <p:spPr>
              <a:xfrm>
                <a:off x="8961120" y="4050792"/>
                <a:ext cx="594360" cy="594360"/>
              </a:xfrm>
              <a:prstGeom prst="ellipse">
                <a:avLst/>
              </a:prstGeom>
              <a:gradFill flip="none" rotWithShape="1">
                <a:gsLst>
                  <a:gs pos="0">
                    <a:srgbClr val="10B981">
                      <a:shade val="30000"/>
                      <a:satMod val="115000"/>
                    </a:srgbClr>
                  </a:gs>
                  <a:gs pos="50000">
                    <a:srgbClr val="10B981">
                      <a:shade val="67500"/>
                      <a:satMod val="115000"/>
                    </a:srgbClr>
                  </a:gs>
                  <a:gs pos="100000">
                    <a:srgbClr val="10B981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ru-RU" dirty="0"/>
              </a:p>
            </p:txBody>
          </p:sp>
          <p:pic>
            <p:nvPicPr>
              <p:cNvPr id="44" name="Image 7" descr="preencoded.png">
                <a:extLst>
                  <a:ext uri="{FF2B5EF4-FFF2-40B4-BE49-F238E27FC236}">
                    <a16:creationId xmlns:a16="http://schemas.microsoft.com/office/drawing/2014/main" id="{084C2A38-8F71-4EE8-AA29-9498A1E7E2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043416" y="4114800"/>
                <a:ext cx="429768" cy="429768"/>
              </a:xfrm>
              <a:prstGeom prst="rect">
                <a:avLst/>
              </a:prstGeom>
            </p:spPr>
          </p:pic>
          <p:sp>
            <p:nvSpPr>
              <p:cNvPr id="45" name="Text 32">
                <a:extLst>
                  <a:ext uri="{FF2B5EF4-FFF2-40B4-BE49-F238E27FC236}">
                    <a16:creationId xmlns:a16="http://schemas.microsoft.com/office/drawing/2014/main" id="{128646A9-1846-45C2-9902-2D786E301735}"/>
                  </a:ext>
                </a:extLst>
              </p:cNvPr>
              <p:cNvSpPr/>
              <p:nvPr/>
            </p:nvSpPr>
            <p:spPr>
              <a:xfrm>
                <a:off x="8392285" y="4718304"/>
                <a:ext cx="1828800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0D1B3E"/>
                    </a:solidFill>
                    <a:latin typeface="Montserrat" panose="00000500000000000000" pitchFamily="2" charset="-52"/>
                    <a:ea typeface="Arial" pitchFamily="34" charset="-122"/>
                    <a:cs typeface="Arial" pitchFamily="34" charset="-120"/>
                  </a:rPr>
                  <a:t>Руководство пользователя</a:t>
                </a:r>
                <a:endParaRPr lang="en-US" sz="1400" dirty="0">
                  <a:latin typeface="Montserrat" panose="00000500000000000000" pitchFamily="2" charset="-52"/>
                </a:endParaRPr>
              </a:p>
            </p:txBody>
          </p:sp>
          <p:sp>
            <p:nvSpPr>
              <p:cNvPr id="46" name="Text 33">
                <a:extLst>
                  <a:ext uri="{FF2B5EF4-FFF2-40B4-BE49-F238E27FC236}">
                    <a16:creationId xmlns:a16="http://schemas.microsoft.com/office/drawing/2014/main" id="{2A70ED54-9D8F-428A-92C1-7CFB2CC9F7BC}"/>
                  </a:ext>
                </a:extLst>
              </p:cNvPr>
              <p:cNvSpPr/>
              <p:nvPr/>
            </p:nvSpPr>
            <p:spPr>
              <a:xfrm>
                <a:off x="8348472" y="3959352"/>
                <a:ext cx="27432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ru-RU" sz="900" dirty="0">
                    <a:solidFill>
                      <a:srgbClr val="6B7A99"/>
                    </a:solidFill>
                  </a:rPr>
                  <a:t>7</a:t>
                </a:r>
                <a:endParaRPr lang="en-US" sz="900" dirty="0"/>
              </a:p>
            </p:txBody>
          </p:sp>
        </p:grpSp>
      </p:grpSp>
      <p:sp>
        <p:nvSpPr>
          <p:cNvPr id="91" name="Прямоугольник: скругленные углы 90">
            <a:extLst>
              <a:ext uri="{FF2B5EF4-FFF2-40B4-BE49-F238E27FC236}">
                <a16:creationId xmlns:a16="http://schemas.microsoft.com/office/drawing/2014/main" id="{A19F648C-5059-4599-8274-DE54A945C37C}"/>
              </a:ext>
            </a:extLst>
          </p:cNvPr>
          <p:cNvSpPr/>
          <p:nvPr/>
        </p:nvSpPr>
        <p:spPr>
          <a:xfrm>
            <a:off x="11443957" y="6532880"/>
            <a:ext cx="568357" cy="29280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EC421CB-46E7-49E7-AA10-AB72D63A7DC0}"/>
              </a:ext>
            </a:extLst>
          </p:cNvPr>
          <p:cNvSpPr txBox="1"/>
          <p:nvPr/>
        </p:nvSpPr>
        <p:spPr>
          <a:xfrm>
            <a:off x="11560038" y="6510007"/>
            <a:ext cx="3361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en-US" sz="1600" dirty="0">
                <a:solidFill>
                  <a:srgbClr val="10B981"/>
                </a:solidFill>
              </a:rPr>
              <a:t>3</a:t>
            </a:r>
            <a:endParaRPr sz="1600" dirty="0">
              <a:solidFill>
                <a:srgbClr val="10B98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41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7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7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7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2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2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2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2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7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32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2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3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83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Рисунок 488">
            <a:extLst>
              <a:ext uri="{FF2B5EF4-FFF2-40B4-BE49-F238E27FC236}">
                <a16:creationId xmlns:a16="http://schemas.microsoft.com/office/drawing/2014/main" id="{F5D8ED11-A025-444A-BF88-E3036133EDD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6999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213" name="Freeform 205">
            <a:extLst>
              <a:ext uri="{FF2B5EF4-FFF2-40B4-BE49-F238E27FC236}">
                <a16:creationId xmlns:a16="http://schemas.microsoft.com/office/drawing/2014/main" id="{F1272434-B769-4514-BC68-17603B380256}"/>
              </a:ext>
            </a:extLst>
          </p:cNvPr>
          <p:cNvSpPr>
            <a:spLocks noEditPoints="1"/>
          </p:cNvSpPr>
          <p:nvPr/>
        </p:nvSpPr>
        <p:spPr bwMode="auto">
          <a:xfrm>
            <a:off x="6910389" y="2511426"/>
            <a:ext cx="317500" cy="666750"/>
          </a:xfrm>
          <a:custGeom>
            <a:avLst/>
            <a:gdLst>
              <a:gd name="T0" fmla="*/ 182 w 907"/>
              <a:gd name="T1" fmla="*/ 1906 h 1906"/>
              <a:gd name="T2" fmla="*/ 182 w 907"/>
              <a:gd name="T3" fmla="*/ 953 h 1906"/>
              <a:gd name="T4" fmla="*/ 182 w 907"/>
              <a:gd name="T5" fmla="*/ 1334 h 1906"/>
              <a:gd name="T6" fmla="*/ 0 w 907"/>
              <a:gd name="T7" fmla="*/ 1334 h 1906"/>
              <a:gd name="T8" fmla="*/ 0 w 907"/>
              <a:gd name="T9" fmla="*/ 572 h 1906"/>
              <a:gd name="T10" fmla="*/ 91 w 907"/>
              <a:gd name="T11" fmla="*/ 477 h 1906"/>
              <a:gd name="T12" fmla="*/ 817 w 907"/>
              <a:gd name="T13" fmla="*/ 477 h 1906"/>
              <a:gd name="T14" fmla="*/ 907 w 907"/>
              <a:gd name="T15" fmla="*/ 572 h 1906"/>
              <a:gd name="T16" fmla="*/ 907 w 907"/>
              <a:gd name="T17" fmla="*/ 1334 h 1906"/>
              <a:gd name="T18" fmla="*/ 726 w 907"/>
              <a:gd name="T19" fmla="*/ 1334 h 1906"/>
              <a:gd name="T20" fmla="*/ 726 w 907"/>
              <a:gd name="T21" fmla="*/ 953 h 1906"/>
              <a:gd name="T22" fmla="*/ 726 w 907"/>
              <a:gd name="T23" fmla="*/ 1906 h 1906"/>
              <a:gd name="T24" fmla="*/ 454 w 907"/>
              <a:gd name="T25" fmla="*/ 1906 h 1906"/>
              <a:gd name="T26" fmla="*/ 454 w 907"/>
              <a:gd name="T27" fmla="*/ 1144 h 1906"/>
              <a:gd name="T28" fmla="*/ 454 w 907"/>
              <a:gd name="T29" fmla="*/ 1906 h 1906"/>
              <a:gd name="T30" fmla="*/ 182 w 907"/>
              <a:gd name="T31" fmla="*/ 1906 h 1906"/>
              <a:gd name="T32" fmla="*/ 644 w 907"/>
              <a:gd name="T33" fmla="*/ 191 h 1906"/>
              <a:gd name="T34" fmla="*/ 454 w 907"/>
              <a:gd name="T35" fmla="*/ 0 h 1906"/>
              <a:gd name="T36" fmla="*/ 263 w 907"/>
              <a:gd name="T37" fmla="*/ 191 h 1906"/>
              <a:gd name="T38" fmla="*/ 454 w 907"/>
              <a:gd name="T39" fmla="*/ 382 h 1906"/>
              <a:gd name="T40" fmla="*/ 644 w 907"/>
              <a:gd name="T41" fmla="*/ 191 h 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907" h="1906">
                <a:moveTo>
                  <a:pt x="182" y="1906"/>
                </a:moveTo>
                <a:lnTo>
                  <a:pt x="182" y="953"/>
                </a:lnTo>
                <a:lnTo>
                  <a:pt x="182" y="1334"/>
                </a:lnTo>
                <a:lnTo>
                  <a:pt x="0" y="1334"/>
                </a:lnTo>
                <a:lnTo>
                  <a:pt x="0" y="572"/>
                </a:lnTo>
                <a:lnTo>
                  <a:pt x="91" y="477"/>
                </a:lnTo>
                <a:lnTo>
                  <a:pt x="817" y="477"/>
                </a:lnTo>
                <a:lnTo>
                  <a:pt x="907" y="572"/>
                </a:lnTo>
                <a:lnTo>
                  <a:pt x="907" y="1334"/>
                </a:lnTo>
                <a:lnTo>
                  <a:pt x="726" y="1334"/>
                </a:lnTo>
                <a:lnTo>
                  <a:pt x="726" y="953"/>
                </a:lnTo>
                <a:lnTo>
                  <a:pt x="726" y="1906"/>
                </a:lnTo>
                <a:lnTo>
                  <a:pt x="454" y="1906"/>
                </a:lnTo>
                <a:lnTo>
                  <a:pt x="454" y="1144"/>
                </a:lnTo>
                <a:lnTo>
                  <a:pt x="454" y="1906"/>
                </a:lnTo>
                <a:lnTo>
                  <a:pt x="182" y="1906"/>
                </a:lnTo>
                <a:close/>
                <a:moveTo>
                  <a:pt x="644" y="191"/>
                </a:moveTo>
                <a:cubicBezTo>
                  <a:pt x="644" y="86"/>
                  <a:pt x="559" y="0"/>
                  <a:pt x="454" y="0"/>
                </a:cubicBezTo>
                <a:cubicBezTo>
                  <a:pt x="349" y="0"/>
                  <a:pt x="263" y="86"/>
                  <a:pt x="263" y="191"/>
                </a:cubicBezTo>
                <a:cubicBezTo>
                  <a:pt x="263" y="296"/>
                  <a:pt x="349" y="382"/>
                  <a:pt x="454" y="382"/>
                </a:cubicBezTo>
                <a:cubicBezTo>
                  <a:pt x="559" y="382"/>
                  <a:pt x="644" y="296"/>
                  <a:pt x="644" y="191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14" name="Freeform 206">
            <a:extLst>
              <a:ext uri="{FF2B5EF4-FFF2-40B4-BE49-F238E27FC236}">
                <a16:creationId xmlns:a16="http://schemas.microsoft.com/office/drawing/2014/main" id="{2837ACDA-439A-4020-8AEF-EE45EEE220FF}"/>
              </a:ext>
            </a:extLst>
          </p:cNvPr>
          <p:cNvSpPr>
            <a:spLocks noEditPoints="1"/>
          </p:cNvSpPr>
          <p:nvPr/>
        </p:nvSpPr>
        <p:spPr bwMode="auto">
          <a:xfrm>
            <a:off x="6910389" y="2511426"/>
            <a:ext cx="317500" cy="666750"/>
          </a:xfrm>
          <a:custGeom>
            <a:avLst/>
            <a:gdLst>
              <a:gd name="T0" fmla="*/ 182 w 907"/>
              <a:gd name="T1" fmla="*/ 1906 h 1906"/>
              <a:gd name="T2" fmla="*/ 182 w 907"/>
              <a:gd name="T3" fmla="*/ 953 h 1906"/>
              <a:gd name="T4" fmla="*/ 182 w 907"/>
              <a:gd name="T5" fmla="*/ 1334 h 1906"/>
              <a:gd name="T6" fmla="*/ 0 w 907"/>
              <a:gd name="T7" fmla="*/ 1334 h 1906"/>
              <a:gd name="T8" fmla="*/ 0 w 907"/>
              <a:gd name="T9" fmla="*/ 572 h 1906"/>
              <a:gd name="T10" fmla="*/ 91 w 907"/>
              <a:gd name="T11" fmla="*/ 477 h 1906"/>
              <a:gd name="T12" fmla="*/ 817 w 907"/>
              <a:gd name="T13" fmla="*/ 477 h 1906"/>
              <a:gd name="T14" fmla="*/ 907 w 907"/>
              <a:gd name="T15" fmla="*/ 572 h 1906"/>
              <a:gd name="T16" fmla="*/ 907 w 907"/>
              <a:gd name="T17" fmla="*/ 1334 h 1906"/>
              <a:gd name="T18" fmla="*/ 726 w 907"/>
              <a:gd name="T19" fmla="*/ 1334 h 1906"/>
              <a:gd name="T20" fmla="*/ 726 w 907"/>
              <a:gd name="T21" fmla="*/ 953 h 1906"/>
              <a:gd name="T22" fmla="*/ 726 w 907"/>
              <a:gd name="T23" fmla="*/ 1906 h 1906"/>
              <a:gd name="T24" fmla="*/ 454 w 907"/>
              <a:gd name="T25" fmla="*/ 1906 h 1906"/>
              <a:gd name="T26" fmla="*/ 454 w 907"/>
              <a:gd name="T27" fmla="*/ 1144 h 1906"/>
              <a:gd name="T28" fmla="*/ 454 w 907"/>
              <a:gd name="T29" fmla="*/ 1906 h 1906"/>
              <a:gd name="T30" fmla="*/ 182 w 907"/>
              <a:gd name="T31" fmla="*/ 1906 h 1906"/>
              <a:gd name="T32" fmla="*/ 644 w 907"/>
              <a:gd name="T33" fmla="*/ 191 h 1906"/>
              <a:gd name="T34" fmla="*/ 454 w 907"/>
              <a:gd name="T35" fmla="*/ 0 h 1906"/>
              <a:gd name="T36" fmla="*/ 263 w 907"/>
              <a:gd name="T37" fmla="*/ 191 h 1906"/>
              <a:gd name="T38" fmla="*/ 454 w 907"/>
              <a:gd name="T39" fmla="*/ 382 h 1906"/>
              <a:gd name="T40" fmla="*/ 644 w 907"/>
              <a:gd name="T41" fmla="*/ 191 h 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907" h="1906">
                <a:moveTo>
                  <a:pt x="182" y="1906"/>
                </a:moveTo>
                <a:lnTo>
                  <a:pt x="182" y="953"/>
                </a:lnTo>
                <a:lnTo>
                  <a:pt x="182" y="1334"/>
                </a:lnTo>
                <a:lnTo>
                  <a:pt x="0" y="1334"/>
                </a:lnTo>
                <a:lnTo>
                  <a:pt x="0" y="572"/>
                </a:lnTo>
                <a:lnTo>
                  <a:pt x="91" y="477"/>
                </a:lnTo>
                <a:lnTo>
                  <a:pt x="817" y="477"/>
                </a:lnTo>
                <a:lnTo>
                  <a:pt x="907" y="572"/>
                </a:lnTo>
                <a:lnTo>
                  <a:pt x="907" y="1334"/>
                </a:lnTo>
                <a:lnTo>
                  <a:pt x="726" y="1334"/>
                </a:lnTo>
                <a:lnTo>
                  <a:pt x="726" y="953"/>
                </a:lnTo>
                <a:lnTo>
                  <a:pt x="726" y="1906"/>
                </a:lnTo>
                <a:lnTo>
                  <a:pt x="454" y="1906"/>
                </a:lnTo>
                <a:lnTo>
                  <a:pt x="454" y="1144"/>
                </a:lnTo>
                <a:lnTo>
                  <a:pt x="454" y="1906"/>
                </a:lnTo>
                <a:lnTo>
                  <a:pt x="182" y="1906"/>
                </a:lnTo>
                <a:close/>
                <a:moveTo>
                  <a:pt x="644" y="191"/>
                </a:moveTo>
                <a:cubicBezTo>
                  <a:pt x="644" y="86"/>
                  <a:pt x="559" y="0"/>
                  <a:pt x="454" y="0"/>
                </a:cubicBezTo>
                <a:cubicBezTo>
                  <a:pt x="349" y="0"/>
                  <a:pt x="263" y="86"/>
                  <a:pt x="263" y="191"/>
                </a:cubicBezTo>
                <a:cubicBezTo>
                  <a:pt x="263" y="296"/>
                  <a:pt x="349" y="382"/>
                  <a:pt x="454" y="382"/>
                </a:cubicBezTo>
                <a:cubicBezTo>
                  <a:pt x="559" y="382"/>
                  <a:pt x="644" y="296"/>
                  <a:pt x="644" y="191"/>
                </a:cubicBezTo>
                <a:close/>
              </a:path>
            </a:pathLst>
          </a:cu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15" name="Rectangle 207">
            <a:extLst>
              <a:ext uri="{FF2B5EF4-FFF2-40B4-BE49-F238E27FC236}">
                <a16:creationId xmlns:a16="http://schemas.microsoft.com/office/drawing/2014/main" id="{F282836D-EC45-4969-8DDB-4AF9494DB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1" y="3211513"/>
            <a:ext cx="121988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Незарегистрированный </a:t>
            </a:r>
            <a:endParaRPr kumimoji="0" lang="ru-RU" altLang="ru-RU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216" name="Rectangle 208">
            <a:extLst>
              <a:ext uri="{FF2B5EF4-FFF2-40B4-BE49-F238E27FC236}">
                <a16:creationId xmlns:a16="http://schemas.microsoft.com/office/drawing/2014/main" id="{233FFD8B-78AC-4AF5-BF6D-9867C2CE8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1776" y="3348038"/>
            <a:ext cx="104195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пользователь (гость)</a:t>
            </a:r>
            <a:endParaRPr kumimoji="0" lang="ru-RU" altLang="ru-RU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218" name="Freeform 210">
            <a:extLst>
              <a:ext uri="{FF2B5EF4-FFF2-40B4-BE49-F238E27FC236}">
                <a16:creationId xmlns:a16="http://schemas.microsoft.com/office/drawing/2014/main" id="{6A69CE8F-AA65-4935-90B3-DB1807D1D4C9}"/>
              </a:ext>
            </a:extLst>
          </p:cNvPr>
          <p:cNvSpPr>
            <a:spLocks noEditPoints="1"/>
          </p:cNvSpPr>
          <p:nvPr/>
        </p:nvSpPr>
        <p:spPr bwMode="auto">
          <a:xfrm>
            <a:off x="4810126" y="3398838"/>
            <a:ext cx="317500" cy="666750"/>
          </a:xfrm>
          <a:custGeom>
            <a:avLst/>
            <a:gdLst>
              <a:gd name="T0" fmla="*/ 181 w 907"/>
              <a:gd name="T1" fmla="*/ 1906 h 1906"/>
              <a:gd name="T2" fmla="*/ 181 w 907"/>
              <a:gd name="T3" fmla="*/ 953 h 1906"/>
              <a:gd name="T4" fmla="*/ 181 w 907"/>
              <a:gd name="T5" fmla="*/ 1334 h 1906"/>
              <a:gd name="T6" fmla="*/ 0 w 907"/>
              <a:gd name="T7" fmla="*/ 1334 h 1906"/>
              <a:gd name="T8" fmla="*/ 0 w 907"/>
              <a:gd name="T9" fmla="*/ 572 h 1906"/>
              <a:gd name="T10" fmla="*/ 90 w 907"/>
              <a:gd name="T11" fmla="*/ 477 h 1906"/>
              <a:gd name="T12" fmla="*/ 816 w 907"/>
              <a:gd name="T13" fmla="*/ 477 h 1906"/>
              <a:gd name="T14" fmla="*/ 907 w 907"/>
              <a:gd name="T15" fmla="*/ 572 h 1906"/>
              <a:gd name="T16" fmla="*/ 907 w 907"/>
              <a:gd name="T17" fmla="*/ 1334 h 1906"/>
              <a:gd name="T18" fmla="*/ 725 w 907"/>
              <a:gd name="T19" fmla="*/ 1334 h 1906"/>
              <a:gd name="T20" fmla="*/ 725 w 907"/>
              <a:gd name="T21" fmla="*/ 953 h 1906"/>
              <a:gd name="T22" fmla="*/ 725 w 907"/>
              <a:gd name="T23" fmla="*/ 1906 h 1906"/>
              <a:gd name="T24" fmla="*/ 453 w 907"/>
              <a:gd name="T25" fmla="*/ 1906 h 1906"/>
              <a:gd name="T26" fmla="*/ 453 w 907"/>
              <a:gd name="T27" fmla="*/ 1144 h 1906"/>
              <a:gd name="T28" fmla="*/ 453 w 907"/>
              <a:gd name="T29" fmla="*/ 1906 h 1906"/>
              <a:gd name="T30" fmla="*/ 181 w 907"/>
              <a:gd name="T31" fmla="*/ 1906 h 1906"/>
              <a:gd name="T32" fmla="*/ 644 w 907"/>
              <a:gd name="T33" fmla="*/ 191 h 1906"/>
              <a:gd name="T34" fmla="*/ 453 w 907"/>
              <a:gd name="T35" fmla="*/ 0 h 1906"/>
              <a:gd name="T36" fmla="*/ 263 w 907"/>
              <a:gd name="T37" fmla="*/ 191 h 1906"/>
              <a:gd name="T38" fmla="*/ 453 w 907"/>
              <a:gd name="T39" fmla="*/ 382 h 1906"/>
              <a:gd name="T40" fmla="*/ 644 w 907"/>
              <a:gd name="T41" fmla="*/ 191 h 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907" h="1906">
                <a:moveTo>
                  <a:pt x="181" y="1906"/>
                </a:moveTo>
                <a:lnTo>
                  <a:pt x="181" y="953"/>
                </a:lnTo>
                <a:lnTo>
                  <a:pt x="181" y="1334"/>
                </a:lnTo>
                <a:lnTo>
                  <a:pt x="0" y="1334"/>
                </a:lnTo>
                <a:lnTo>
                  <a:pt x="0" y="572"/>
                </a:lnTo>
                <a:lnTo>
                  <a:pt x="90" y="477"/>
                </a:lnTo>
                <a:lnTo>
                  <a:pt x="816" y="477"/>
                </a:lnTo>
                <a:lnTo>
                  <a:pt x="907" y="572"/>
                </a:lnTo>
                <a:lnTo>
                  <a:pt x="907" y="1334"/>
                </a:lnTo>
                <a:lnTo>
                  <a:pt x="725" y="1334"/>
                </a:lnTo>
                <a:lnTo>
                  <a:pt x="725" y="953"/>
                </a:lnTo>
                <a:lnTo>
                  <a:pt x="725" y="1906"/>
                </a:lnTo>
                <a:lnTo>
                  <a:pt x="453" y="1906"/>
                </a:lnTo>
                <a:lnTo>
                  <a:pt x="453" y="1144"/>
                </a:lnTo>
                <a:lnTo>
                  <a:pt x="453" y="1906"/>
                </a:lnTo>
                <a:lnTo>
                  <a:pt x="181" y="1906"/>
                </a:lnTo>
                <a:close/>
                <a:moveTo>
                  <a:pt x="644" y="191"/>
                </a:moveTo>
                <a:cubicBezTo>
                  <a:pt x="644" y="86"/>
                  <a:pt x="559" y="0"/>
                  <a:pt x="453" y="0"/>
                </a:cubicBezTo>
                <a:cubicBezTo>
                  <a:pt x="348" y="0"/>
                  <a:pt x="263" y="86"/>
                  <a:pt x="263" y="191"/>
                </a:cubicBezTo>
                <a:cubicBezTo>
                  <a:pt x="263" y="296"/>
                  <a:pt x="348" y="382"/>
                  <a:pt x="453" y="382"/>
                </a:cubicBezTo>
                <a:cubicBezTo>
                  <a:pt x="559" y="382"/>
                  <a:pt x="644" y="296"/>
                  <a:pt x="644" y="191"/>
                </a:cubicBezTo>
                <a:close/>
              </a:path>
            </a:pathLst>
          </a:cu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19" name="Rectangle 211">
            <a:extLst>
              <a:ext uri="{FF2B5EF4-FFF2-40B4-BE49-F238E27FC236}">
                <a16:creationId xmlns:a16="http://schemas.microsoft.com/office/drawing/2014/main" id="{30E70307-4089-41BA-97A7-6977D5D35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7226" y="4098926"/>
            <a:ext cx="107080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Зарегистрированный</a:t>
            </a:r>
            <a:endParaRPr kumimoji="0" lang="ru-RU" altLang="ru-RU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220" name="Rectangle 212">
            <a:extLst>
              <a:ext uri="{FF2B5EF4-FFF2-40B4-BE49-F238E27FC236}">
                <a16:creationId xmlns:a16="http://schemas.microsoft.com/office/drawing/2014/main" id="{0C42196B-E34A-472F-BA0D-E6EAD60ED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7064" y="4235451"/>
            <a:ext cx="111283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пользователь</a:t>
            </a:r>
            <a:endParaRPr kumimoji="0" lang="ru-RU" altLang="ru-RU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221" name="Oval 213">
            <a:extLst>
              <a:ext uri="{FF2B5EF4-FFF2-40B4-BE49-F238E27FC236}">
                <a16:creationId xmlns:a16="http://schemas.microsoft.com/office/drawing/2014/main" id="{97FB1D2F-B2AE-4B62-8FAE-3B3F573F1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6" y="2625726"/>
            <a:ext cx="1055688" cy="481012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780314950">
                  <a:custGeom>
                    <a:avLst/>
                    <a:gdLst>
                      <a:gd name="connsiteX0" fmla="*/ 0 w 1055688"/>
                      <a:gd name="connsiteY0" fmla="*/ 240506 h 481012"/>
                      <a:gd name="connsiteX1" fmla="*/ 527844 w 1055688"/>
                      <a:gd name="connsiteY1" fmla="*/ 0 h 481012"/>
                      <a:gd name="connsiteX2" fmla="*/ 1055688 w 1055688"/>
                      <a:gd name="connsiteY2" fmla="*/ 240506 h 481012"/>
                      <a:gd name="connsiteX3" fmla="*/ 527844 w 1055688"/>
                      <a:gd name="connsiteY3" fmla="*/ 481012 h 481012"/>
                      <a:gd name="connsiteX4" fmla="*/ 0 w 1055688"/>
                      <a:gd name="connsiteY4" fmla="*/ 240506 h 4810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5688" h="481012" fill="none" extrusionOk="0">
                        <a:moveTo>
                          <a:pt x="0" y="240506"/>
                        </a:moveTo>
                        <a:cubicBezTo>
                          <a:pt x="-2257" y="97795"/>
                          <a:pt x="219307" y="61211"/>
                          <a:pt x="527844" y="0"/>
                        </a:cubicBezTo>
                        <a:cubicBezTo>
                          <a:pt x="823201" y="16091"/>
                          <a:pt x="1063386" y="125188"/>
                          <a:pt x="1055688" y="240506"/>
                        </a:cubicBezTo>
                        <a:cubicBezTo>
                          <a:pt x="1035262" y="401652"/>
                          <a:pt x="820066" y="434361"/>
                          <a:pt x="527844" y="481012"/>
                        </a:cubicBezTo>
                        <a:cubicBezTo>
                          <a:pt x="212086" y="483138"/>
                          <a:pt x="1787" y="385861"/>
                          <a:pt x="0" y="240506"/>
                        </a:cubicBezTo>
                        <a:close/>
                      </a:path>
                      <a:path w="1055688" h="481012" stroke="0" extrusionOk="0">
                        <a:moveTo>
                          <a:pt x="0" y="240506"/>
                        </a:moveTo>
                        <a:cubicBezTo>
                          <a:pt x="18042" y="89964"/>
                          <a:pt x="255031" y="-20072"/>
                          <a:pt x="527844" y="0"/>
                        </a:cubicBezTo>
                        <a:cubicBezTo>
                          <a:pt x="813451" y="15642"/>
                          <a:pt x="1072004" y="111789"/>
                          <a:pt x="1055688" y="240506"/>
                        </a:cubicBezTo>
                        <a:cubicBezTo>
                          <a:pt x="1044278" y="397638"/>
                          <a:pt x="793776" y="486076"/>
                          <a:pt x="527844" y="481012"/>
                        </a:cubicBezTo>
                        <a:cubicBezTo>
                          <a:pt x="234438" y="486962"/>
                          <a:pt x="941" y="367522"/>
                          <a:pt x="0" y="24050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23" name="Rectangle 215">
            <a:extLst>
              <a:ext uri="{FF2B5EF4-FFF2-40B4-BE49-F238E27FC236}">
                <a16:creationId xmlns:a16="http://schemas.microsoft.com/office/drawing/2014/main" id="{6C51E0FB-BFFD-46C6-BAF5-F4A80894D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576" y="2795588"/>
            <a:ext cx="836613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Рейтинг объекта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4" name="Oval 216">
            <a:extLst>
              <a:ext uri="{FF2B5EF4-FFF2-40B4-BE49-F238E27FC236}">
                <a16:creationId xmlns:a16="http://schemas.microsoft.com/office/drawing/2014/main" id="{2E00B77A-0B2E-446D-B47C-FABE569F8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2145" y="1641475"/>
            <a:ext cx="1055688" cy="4445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1134371646">
                  <a:custGeom>
                    <a:avLst/>
                    <a:gdLst>
                      <a:gd name="connsiteX0" fmla="*/ 0 w 1055688"/>
                      <a:gd name="connsiteY0" fmla="*/ 222250 h 444500"/>
                      <a:gd name="connsiteX1" fmla="*/ 527844 w 1055688"/>
                      <a:gd name="connsiteY1" fmla="*/ 0 h 444500"/>
                      <a:gd name="connsiteX2" fmla="*/ 1055688 w 1055688"/>
                      <a:gd name="connsiteY2" fmla="*/ 222250 h 444500"/>
                      <a:gd name="connsiteX3" fmla="*/ 527844 w 1055688"/>
                      <a:gd name="connsiteY3" fmla="*/ 444500 h 444500"/>
                      <a:gd name="connsiteX4" fmla="*/ 0 w 1055688"/>
                      <a:gd name="connsiteY4" fmla="*/ 222250 h 4445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5688" h="444500" fill="none" extrusionOk="0">
                        <a:moveTo>
                          <a:pt x="0" y="222250"/>
                        </a:moveTo>
                        <a:cubicBezTo>
                          <a:pt x="37181" y="111371"/>
                          <a:pt x="274476" y="23946"/>
                          <a:pt x="527844" y="0"/>
                        </a:cubicBezTo>
                        <a:cubicBezTo>
                          <a:pt x="822850" y="-21176"/>
                          <a:pt x="1059114" y="106162"/>
                          <a:pt x="1055688" y="222250"/>
                        </a:cubicBezTo>
                        <a:cubicBezTo>
                          <a:pt x="1130567" y="358468"/>
                          <a:pt x="813839" y="474269"/>
                          <a:pt x="527844" y="444500"/>
                        </a:cubicBezTo>
                        <a:cubicBezTo>
                          <a:pt x="228440" y="452033"/>
                          <a:pt x="-3271" y="347475"/>
                          <a:pt x="0" y="222250"/>
                        </a:cubicBezTo>
                        <a:close/>
                      </a:path>
                      <a:path w="1055688" h="444500" stroke="0" extrusionOk="0">
                        <a:moveTo>
                          <a:pt x="0" y="222250"/>
                        </a:moveTo>
                        <a:cubicBezTo>
                          <a:pt x="29948" y="71486"/>
                          <a:pt x="256189" y="5306"/>
                          <a:pt x="527844" y="0"/>
                        </a:cubicBezTo>
                        <a:cubicBezTo>
                          <a:pt x="821151" y="17974"/>
                          <a:pt x="1089791" y="89878"/>
                          <a:pt x="1055688" y="222250"/>
                        </a:cubicBezTo>
                        <a:cubicBezTo>
                          <a:pt x="1026546" y="366264"/>
                          <a:pt x="850592" y="452284"/>
                          <a:pt x="527844" y="444500"/>
                        </a:cubicBezTo>
                        <a:cubicBezTo>
                          <a:pt x="256012" y="468975"/>
                          <a:pt x="-5073" y="345452"/>
                          <a:pt x="0" y="22225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26" name="Rectangle 218">
            <a:extLst>
              <a:ext uri="{FF2B5EF4-FFF2-40B4-BE49-F238E27FC236}">
                <a16:creationId xmlns:a16="http://schemas.microsoft.com/office/drawing/2014/main" id="{C40EE56F-9FEF-423B-9EB6-BB3FEC99C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261" y="1792425"/>
            <a:ext cx="842963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Аутентификация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8" name="Oval 220">
            <a:extLst>
              <a:ext uri="{FF2B5EF4-FFF2-40B4-BE49-F238E27FC236}">
                <a16:creationId xmlns:a16="http://schemas.microsoft.com/office/drawing/2014/main" id="{8E756A43-C600-4E19-A235-8F2178A90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2010" y="1525587"/>
            <a:ext cx="1054100" cy="444500"/>
          </a:xfrm>
          <a:prstGeom prst="ellipse">
            <a:avLst/>
          </a:prstGeom>
          <a:solidFill>
            <a:schemeClr val="bg1"/>
          </a:solidFill>
          <a:ln w="28575" cap="rnd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760292891">
                  <a:custGeom>
                    <a:avLst/>
                    <a:gdLst>
                      <a:gd name="connsiteX0" fmla="*/ 0 w 1054100"/>
                      <a:gd name="connsiteY0" fmla="*/ 222250 h 444500"/>
                      <a:gd name="connsiteX1" fmla="*/ 527050 w 1054100"/>
                      <a:gd name="connsiteY1" fmla="*/ 0 h 444500"/>
                      <a:gd name="connsiteX2" fmla="*/ 1054100 w 1054100"/>
                      <a:gd name="connsiteY2" fmla="*/ 222250 h 444500"/>
                      <a:gd name="connsiteX3" fmla="*/ 527050 w 1054100"/>
                      <a:gd name="connsiteY3" fmla="*/ 444500 h 444500"/>
                      <a:gd name="connsiteX4" fmla="*/ 0 w 1054100"/>
                      <a:gd name="connsiteY4" fmla="*/ 222250 h 4445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4100" h="444500" extrusionOk="0">
                        <a:moveTo>
                          <a:pt x="0" y="222250"/>
                        </a:moveTo>
                        <a:cubicBezTo>
                          <a:pt x="-35828" y="155568"/>
                          <a:pt x="275106" y="-12716"/>
                          <a:pt x="527050" y="0"/>
                        </a:cubicBezTo>
                        <a:cubicBezTo>
                          <a:pt x="824738" y="-6176"/>
                          <a:pt x="1038099" y="126841"/>
                          <a:pt x="1054100" y="222250"/>
                        </a:cubicBezTo>
                        <a:cubicBezTo>
                          <a:pt x="1058663" y="338454"/>
                          <a:pt x="775413" y="447143"/>
                          <a:pt x="527050" y="444500"/>
                        </a:cubicBezTo>
                        <a:cubicBezTo>
                          <a:pt x="234662" y="465618"/>
                          <a:pt x="-494" y="342349"/>
                          <a:pt x="0" y="22225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29" name="Rectangle 221">
            <a:extLst>
              <a:ext uri="{FF2B5EF4-FFF2-40B4-BE49-F238E27FC236}">
                <a16:creationId xmlns:a16="http://schemas.microsoft.com/office/drawing/2014/main" id="{66D677F1-6C0E-4F8D-AE81-3B1FCE3FB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4558" y="1668600"/>
            <a:ext cx="642938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Регистрация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0" name="Oval 222">
            <a:extLst>
              <a:ext uri="{FF2B5EF4-FFF2-40B4-BE49-F238E27FC236}">
                <a16:creationId xmlns:a16="http://schemas.microsoft.com/office/drawing/2014/main" id="{899F6E40-1EC2-49CC-9968-5F69D5CED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539" y="2211388"/>
            <a:ext cx="1157288" cy="481012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4183283705">
                  <a:custGeom>
                    <a:avLst/>
                    <a:gdLst>
                      <a:gd name="connsiteX0" fmla="*/ 0 w 1157288"/>
                      <a:gd name="connsiteY0" fmla="*/ 240506 h 481012"/>
                      <a:gd name="connsiteX1" fmla="*/ 578644 w 1157288"/>
                      <a:gd name="connsiteY1" fmla="*/ 0 h 481012"/>
                      <a:gd name="connsiteX2" fmla="*/ 1157288 w 1157288"/>
                      <a:gd name="connsiteY2" fmla="*/ 240506 h 481012"/>
                      <a:gd name="connsiteX3" fmla="*/ 578644 w 1157288"/>
                      <a:gd name="connsiteY3" fmla="*/ 481012 h 481012"/>
                      <a:gd name="connsiteX4" fmla="*/ 0 w 1157288"/>
                      <a:gd name="connsiteY4" fmla="*/ 240506 h 4810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57288" h="481012" fill="none" extrusionOk="0">
                        <a:moveTo>
                          <a:pt x="0" y="240506"/>
                        </a:moveTo>
                        <a:cubicBezTo>
                          <a:pt x="30606" y="105710"/>
                          <a:pt x="255775" y="20765"/>
                          <a:pt x="578644" y="0"/>
                        </a:cubicBezTo>
                        <a:cubicBezTo>
                          <a:pt x="895250" y="14030"/>
                          <a:pt x="1165171" y="131800"/>
                          <a:pt x="1157288" y="240506"/>
                        </a:cubicBezTo>
                        <a:cubicBezTo>
                          <a:pt x="1140775" y="370666"/>
                          <a:pt x="866747" y="512611"/>
                          <a:pt x="578644" y="481012"/>
                        </a:cubicBezTo>
                        <a:cubicBezTo>
                          <a:pt x="287353" y="457628"/>
                          <a:pt x="-10573" y="390715"/>
                          <a:pt x="0" y="240506"/>
                        </a:cubicBezTo>
                        <a:close/>
                      </a:path>
                      <a:path w="1157288" h="481012" stroke="0" extrusionOk="0">
                        <a:moveTo>
                          <a:pt x="0" y="240506"/>
                        </a:moveTo>
                        <a:cubicBezTo>
                          <a:pt x="-50943" y="124180"/>
                          <a:pt x="308335" y="21726"/>
                          <a:pt x="578644" y="0"/>
                        </a:cubicBezTo>
                        <a:cubicBezTo>
                          <a:pt x="875880" y="-28581"/>
                          <a:pt x="1133504" y="86643"/>
                          <a:pt x="1157288" y="240506"/>
                        </a:cubicBezTo>
                        <a:cubicBezTo>
                          <a:pt x="1157641" y="379245"/>
                          <a:pt x="898422" y="462521"/>
                          <a:pt x="578644" y="481012"/>
                        </a:cubicBezTo>
                        <a:cubicBezTo>
                          <a:pt x="261134" y="448174"/>
                          <a:pt x="-7329" y="381783"/>
                          <a:pt x="0" y="24050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32" name="Rectangle 224">
            <a:extLst>
              <a:ext uri="{FF2B5EF4-FFF2-40B4-BE49-F238E27FC236}">
                <a16:creationId xmlns:a16="http://schemas.microsoft.com/office/drawing/2014/main" id="{5F452B7B-DAE5-42F7-BCBA-5A8292848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5676" y="2314576"/>
            <a:ext cx="10731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Добавление объекта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3" name="Rectangle 225">
            <a:extLst>
              <a:ext uri="{FF2B5EF4-FFF2-40B4-BE49-F238E27FC236}">
                <a16:creationId xmlns:a16="http://schemas.microsoft.com/office/drawing/2014/main" id="{07666021-2889-4064-A6C4-C9AF86736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126" y="2447926"/>
            <a:ext cx="452438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на карту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4" name="Oval 226">
            <a:extLst>
              <a:ext uri="{FF2B5EF4-FFF2-40B4-BE49-F238E27FC236}">
                <a16:creationId xmlns:a16="http://schemas.microsoft.com/office/drawing/2014/main" id="{F20888C7-F30A-45C8-B204-147C67AD5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301" y="2211388"/>
            <a:ext cx="1055688" cy="4445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1987826771">
                  <a:custGeom>
                    <a:avLst/>
                    <a:gdLst>
                      <a:gd name="connsiteX0" fmla="*/ 0 w 1055688"/>
                      <a:gd name="connsiteY0" fmla="*/ 222250 h 444500"/>
                      <a:gd name="connsiteX1" fmla="*/ 527844 w 1055688"/>
                      <a:gd name="connsiteY1" fmla="*/ 0 h 444500"/>
                      <a:gd name="connsiteX2" fmla="*/ 1055688 w 1055688"/>
                      <a:gd name="connsiteY2" fmla="*/ 222250 h 444500"/>
                      <a:gd name="connsiteX3" fmla="*/ 527844 w 1055688"/>
                      <a:gd name="connsiteY3" fmla="*/ 444500 h 444500"/>
                      <a:gd name="connsiteX4" fmla="*/ 0 w 1055688"/>
                      <a:gd name="connsiteY4" fmla="*/ 222250 h 4445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5688" h="444500" fill="none" extrusionOk="0">
                        <a:moveTo>
                          <a:pt x="0" y="222250"/>
                        </a:moveTo>
                        <a:cubicBezTo>
                          <a:pt x="32040" y="78689"/>
                          <a:pt x="241011" y="2903"/>
                          <a:pt x="527844" y="0"/>
                        </a:cubicBezTo>
                        <a:cubicBezTo>
                          <a:pt x="818189" y="14474"/>
                          <a:pt x="1037735" y="120897"/>
                          <a:pt x="1055688" y="222250"/>
                        </a:cubicBezTo>
                        <a:cubicBezTo>
                          <a:pt x="1015022" y="403107"/>
                          <a:pt x="823885" y="469907"/>
                          <a:pt x="527844" y="444500"/>
                        </a:cubicBezTo>
                        <a:cubicBezTo>
                          <a:pt x="233855" y="441507"/>
                          <a:pt x="9780" y="345375"/>
                          <a:pt x="0" y="222250"/>
                        </a:cubicBezTo>
                        <a:close/>
                      </a:path>
                      <a:path w="1055688" h="444500" stroke="0" extrusionOk="0">
                        <a:moveTo>
                          <a:pt x="0" y="222250"/>
                        </a:moveTo>
                        <a:cubicBezTo>
                          <a:pt x="-19467" y="85762"/>
                          <a:pt x="262364" y="-26193"/>
                          <a:pt x="527844" y="0"/>
                        </a:cubicBezTo>
                        <a:cubicBezTo>
                          <a:pt x="803375" y="-330"/>
                          <a:pt x="1056664" y="104435"/>
                          <a:pt x="1055688" y="222250"/>
                        </a:cubicBezTo>
                        <a:cubicBezTo>
                          <a:pt x="1027601" y="362432"/>
                          <a:pt x="841336" y="448001"/>
                          <a:pt x="527844" y="444500"/>
                        </a:cubicBezTo>
                        <a:cubicBezTo>
                          <a:pt x="211330" y="458548"/>
                          <a:pt x="-2006" y="335323"/>
                          <a:pt x="0" y="22225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36" name="Rectangle 228">
            <a:extLst>
              <a:ext uri="{FF2B5EF4-FFF2-40B4-BE49-F238E27FC236}">
                <a16:creationId xmlns:a16="http://schemas.microsoft.com/office/drawing/2014/main" id="{FA9FFA42-E47E-47A8-AD82-01CBCF8BE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776" y="2295526"/>
            <a:ext cx="6318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Управление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7" name="Rectangle 229">
            <a:extLst>
              <a:ext uri="{FF2B5EF4-FFF2-40B4-BE49-F238E27FC236}">
                <a16:creationId xmlns:a16="http://schemas.microsoft.com/office/drawing/2014/main" id="{4D1A083C-3084-4884-8A61-9B85C514B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8914" y="2430463"/>
            <a:ext cx="973138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личными данными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8" name="Line 230">
            <a:extLst>
              <a:ext uri="{FF2B5EF4-FFF2-40B4-BE49-F238E27FC236}">
                <a16:creationId xmlns:a16="http://schemas.microsoft.com/office/drawing/2014/main" id="{68461C28-5398-42C6-9D66-9EEFA3B6B5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27876" y="1638301"/>
            <a:ext cx="365125" cy="1039812"/>
          </a:xfrm>
          <a:prstGeom prst="line">
            <a:avLst/>
          </a:prstGeom>
          <a:noFill/>
          <a:ln w="952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39" name="Line 231">
            <a:extLst>
              <a:ext uri="{FF2B5EF4-FFF2-40B4-BE49-F238E27FC236}">
                <a16:creationId xmlns:a16="http://schemas.microsoft.com/office/drawing/2014/main" id="{2E870190-DE4D-4640-8C03-08C819585E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65714" y="2649538"/>
            <a:ext cx="531813" cy="915987"/>
          </a:xfrm>
          <a:prstGeom prst="line">
            <a:avLst/>
          </a:prstGeom>
          <a:noFill/>
          <a:ln w="12700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40" name="Line 232">
            <a:extLst>
              <a:ext uri="{FF2B5EF4-FFF2-40B4-BE49-F238E27FC236}">
                <a16:creationId xmlns:a16="http://schemas.microsoft.com/office/drawing/2014/main" id="{59BAA426-A911-4D9E-BD62-5ACC0277486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8889" y="1852613"/>
            <a:ext cx="608013" cy="825500"/>
          </a:xfrm>
          <a:prstGeom prst="line">
            <a:avLst/>
          </a:prstGeom>
          <a:noFill/>
          <a:ln w="952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41" name="Oval 233">
            <a:extLst>
              <a:ext uri="{FF2B5EF4-FFF2-40B4-BE49-F238E27FC236}">
                <a16:creationId xmlns:a16="http://schemas.microsoft.com/office/drawing/2014/main" id="{CEF18407-BF2D-436F-9750-513736BB2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4028" y="1943101"/>
            <a:ext cx="1055688" cy="481012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646976008">
                  <a:custGeom>
                    <a:avLst/>
                    <a:gdLst>
                      <a:gd name="connsiteX0" fmla="*/ 0 w 1055688"/>
                      <a:gd name="connsiteY0" fmla="*/ 240506 h 481012"/>
                      <a:gd name="connsiteX1" fmla="*/ 527844 w 1055688"/>
                      <a:gd name="connsiteY1" fmla="*/ 0 h 481012"/>
                      <a:gd name="connsiteX2" fmla="*/ 1055688 w 1055688"/>
                      <a:gd name="connsiteY2" fmla="*/ 240506 h 481012"/>
                      <a:gd name="connsiteX3" fmla="*/ 527844 w 1055688"/>
                      <a:gd name="connsiteY3" fmla="*/ 481012 h 481012"/>
                      <a:gd name="connsiteX4" fmla="*/ 0 w 1055688"/>
                      <a:gd name="connsiteY4" fmla="*/ 240506 h 4810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5688" h="481012" fill="none" extrusionOk="0">
                        <a:moveTo>
                          <a:pt x="0" y="240506"/>
                        </a:moveTo>
                        <a:cubicBezTo>
                          <a:pt x="28006" y="92013"/>
                          <a:pt x="233853" y="14747"/>
                          <a:pt x="527844" y="0"/>
                        </a:cubicBezTo>
                        <a:cubicBezTo>
                          <a:pt x="831750" y="-32005"/>
                          <a:pt x="1067617" y="112633"/>
                          <a:pt x="1055688" y="240506"/>
                        </a:cubicBezTo>
                        <a:cubicBezTo>
                          <a:pt x="1018952" y="380639"/>
                          <a:pt x="779955" y="534806"/>
                          <a:pt x="527844" y="481012"/>
                        </a:cubicBezTo>
                        <a:cubicBezTo>
                          <a:pt x="248470" y="473003"/>
                          <a:pt x="-34380" y="360545"/>
                          <a:pt x="0" y="240506"/>
                        </a:cubicBezTo>
                        <a:close/>
                      </a:path>
                      <a:path w="1055688" h="481012" stroke="0" extrusionOk="0">
                        <a:moveTo>
                          <a:pt x="0" y="240506"/>
                        </a:moveTo>
                        <a:cubicBezTo>
                          <a:pt x="37910" y="80982"/>
                          <a:pt x="209083" y="-16816"/>
                          <a:pt x="527844" y="0"/>
                        </a:cubicBezTo>
                        <a:cubicBezTo>
                          <a:pt x="815909" y="21262"/>
                          <a:pt x="1037258" y="116623"/>
                          <a:pt x="1055688" y="240506"/>
                        </a:cubicBezTo>
                        <a:cubicBezTo>
                          <a:pt x="1041261" y="373292"/>
                          <a:pt x="781656" y="464369"/>
                          <a:pt x="527844" y="481012"/>
                        </a:cubicBezTo>
                        <a:cubicBezTo>
                          <a:pt x="234751" y="486035"/>
                          <a:pt x="-14261" y="351225"/>
                          <a:pt x="0" y="24050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43" name="Rectangle 235">
            <a:extLst>
              <a:ext uri="{FF2B5EF4-FFF2-40B4-BE49-F238E27FC236}">
                <a16:creationId xmlns:a16="http://schemas.microsoft.com/office/drawing/2014/main" id="{41D4DB3D-FF5C-4F27-8EBE-2DF2B0FE2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9382" y="2025211"/>
            <a:ext cx="5524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Просмотр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4" name="Rectangle 236">
            <a:extLst>
              <a:ext uri="{FF2B5EF4-FFF2-40B4-BE49-F238E27FC236}">
                <a16:creationId xmlns:a16="http://schemas.microsoft.com/office/drawing/2014/main" id="{443149E9-7B7D-4524-A7DF-077459162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2295" y="2161737"/>
            <a:ext cx="90487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отзывов и оценок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5" name="Line 237">
            <a:extLst>
              <a:ext uri="{FF2B5EF4-FFF2-40B4-BE49-F238E27FC236}">
                <a16:creationId xmlns:a16="http://schemas.microsoft.com/office/drawing/2014/main" id="{A0BF404D-FD81-4C9C-BD8B-750D35E333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27889" y="2157413"/>
            <a:ext cx="1058863" cy="598487"/>
          </a:xfrm>
          <a:prstGeom prst="line">
            <a:avLst/>
          </a:prstGeom>
          <a:noFill/>
          <a:ln w="952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46" name="Line 238">
            <a:extLst>
              <a:ext uri="{FF2B5EF4-FFF2-40B4-BE49-F238E27FC236}">
                <a16:creationId xmlns:a16="http://schemas.microsoft.com/office/drawing/2014/main" id="{AD4EAD1D-0471-435F-A6D7-2ED9D7B20C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27626" y="2947988"/>
            <a:ext cx="1698625" cy="717550"/>
          </a:xfrm>
          <a:prstGeom prst="line">
            <a:avLst/>
          </a:prstGeom>
          <a:noFill/>
          <a:ln w="952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47" name="Freeform 239">
            <a:extLst>
              <a:ext uri="{FF2B5EF4-FFF2-40B4-BE49-F238E27FC236}">
                <a16:creationId xmlns:a16="http://schemas.microsoft.com/office/drawing/2014/main" id="{1A87219E-7825-4A84-844E-B63F581CC7CC}"/>
              </a:ext>
            </a:extLst>
          </p:cNvPr>
          <p:cNvSpPr>
            <a:spLocks/>
          </p:cNvSpPr>
          <p:nvPr/>
        </p:nvSpPr>
        <p:spPr bwMode="auto">
          <a:xfrm>
            <a:off x="6815139" y="2911476"/>
            <a:ext cx="95250" cy="63500"/>
          </a:xfrm>
          <a:custGeom>
            <a:avLst/>
            <a:gdLst>
              <a:gd name="T0" fmla="*/ 15 w 60"/>
              <a:gd name="T1" fmla="*/ 40 h 40"/>
              <a:gd name="T2" fmla="*/ 60 w 60"/>
              <a:gd name="T3" fmla="*/ 0 h 40"/>
              <a:gd name="T4" fmla="*/ 0 w 60"/>
              <a:gd name="T5" fmla="*/ 5 h 40"/>
              <a:gd name="T6" fmla="*/ 15 w 60"/>
              <a:gd name="T7" fmla="*/ 4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0" h="40">
                <a:moveTo>
                  <a:pt x="15" y="40"/>
                </a:moveTo>
                <a:lnTo>
                  <a:pt x="60" y="0"/>
                </a:lnTo>
                <a:lnTo>
                  <a:pt x="0" y="5"/>
                </a:lnTo>
                <a:lnTo>
                  <a:pt x="15" y="40"/>
                </a:lnTo>
                <a:close/>
              </a:path>
            </a:pathLst>
          </a:custGeom>
          <a:noFill/>
          <a:ln w="6350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48" name="Oval 240">
            <a:extLst>
              <a:ext uri="{FF2B5EF4-FFF2-40B4-BE49-F238E27FC236}">
                <a16:creationId xmlns:a16="http://schemas.microsoft.com/office/drawing/2014/main" id="{3B853CB4-235F-445D-B6C5-9DEED24A6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1489" y="2697163"/>
            <a:ext cx="1343025" cy="481012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305295978">
                  <a:custGeom>
                    <a:avLst/>
                    <a:gdLst>
                      <a:gd name="connsiteX0" fmla="*/ 0 w 1343025"/>
                      <a:gd name="connsiteY0" fmla="*/ 240506 h 481012"/>
                      <a:gd name="connsiteX1" fmla="*/ 671513 w 1343025"/>
                      <a:gd name="connsiteY1" fmla="*/ 0 h 481012"/>
                      <a:gd name="connsiteX2" fmla="*/ 1343026 w 1343025"/>
                      <a:gd name="connsiteY2" fmla="*/ 240506 h 481012"/>
                      <a:gd name="connsiteX3" fmla="*/ 671513 w 1343025"/>
                      <a:gd name="connsiteY3" fmla="*/ 481012 h 481012"/>
                      <a:gd name="connsiteX4" fmla="*/ 0 w 1343025"/>
                      <a:gd name="connsiteY4" fmla="*/ 240506 h 4810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3025" h="481012" fill="none" extrusionOk="0">
                        <a:moveTo>
                          <a:pt x="0" y="240506"/>
                        </a:moveTo>
                        <a:cubicBezTo>
                          <a:pt x="-33673" y="121373"/>
                          <a:pt x="294391" y="-26947"/>
                          <a:pt x="671513" y="0"/>
                        </a:cubicBezTo>
                        <a:cubicBezTo>
                          <a:pt x="1044356" y="-2150"/>
                          <a:pt x="1352377" y="119314"/>
                          <a:pt x="1343026" y="240506"/>
                        </a:cubicBezTo>
                        <a:cubicBezTo>
                          <a:pt x="1352706" y="373446"/>
                          <a:pt x="1011084" y="461676"/>
                          <a:pt x="671513" y="481012"/>
                        </a:cubicBezTo>
                        <a:cubicBezTo>
                          <a:pt x="294999" y="480301"/>
                          <a:pt x="-11831" y="353281"/>
                          <a:pt x="0" y="240506"/>
                        </a:cubicBezTo>
                        <a:close/>
                      </a:path>
                      <a:path w="1343025" h="481012" stroke="0" extrusionOk="0">
                        <a:moveTo>
                          <a:pt x="0" y="240506"/>
                        </a:moveTo>
                        <a:cubicBezTo>
                          <a:pt x="-56811" y="160260"/>
                          <a:pt x="277627" y="-51617"/>
                          <a:pt x="671513" y="0"/>
                        </a:cubicBezTo>
                        <a:cubicBezTo>
                          <a:pt x="1071311" y="-11311"/>
                          <a:pt x="1366687" y="119080"/>
                          <a:pt x="1343026" y="240506"/>
                        </a:cubicBezTo>
                        <a:cubicBezTo>
                          <a:pt x="1390004" y="342457"/>
                          <a:pt x="1057112" y="454094"/>
                          <a:pt x="671513" y="481012"/>
                        </a:cubicBezTo>
                        <a:cubicBezTo>
                          <a:pt x="293308" y="504757"/>
                          <a:pt x="-12192" y="356232"/>
                          <a:pt x="0" y="24050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50" name="Rectangle 242">
            <a:extLst>
              <a:ext uri="{FF2B5EF4-FFF2-40B4-BE49-F238E27FC236}">
                <a16:creationId xmlns:a16="http://schemas.microsoft.com/office/drawing/2014/main" id="{4F4B7C7E-7106-4BF0-ACEE-D594F2755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3876" y="2867026"/>
            <a:ext cx="13017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Просмотр карты объектов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1" name="Line 243">
            <a:extLst>
              <a:ext uri="{FF2B5EF4-FFF2-40B4-BE49-F238E27FC236}">
                <a16:creationId xmlns:a16="http://schemas.microsoft.com/office/drawing/2014/main" id="{D97A9070-50A6-487F-9B1B-A0D7B6E67B18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7889" y="2852738"/>
            <a:ext cx="871538" cy="47625"/>
          </a:xfrm>
          <a:prstGeom prst="line">
            <a:avLst/>
          </a:prstGeom>
          <a:noFill/>
          <a:ln w="952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52" name="Oval 244">
            <a:extLst>
              <a:ext uri="{FF2B5EF4-FFF2-40B4-BE49-F238E27FC236}">
                <a16:creationId xmlns:a16="http://schemas.microsoft.com/office/drawing/2014/main" id="{CD061F9F-F031-4931-B9AB-5878343EE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1189" y="3159126"/>
            <a:ext cx="1055688" cy="481012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3748027089">
                  <a:custGeom>
                    <a:avLst/>
                    <a:gdLst>
                      <a:gd name="connsiteX0" fmla="*/ 0 w 1055688"/>
                      <a:gd name="connsiteY0" fmla="*/ 240506 h 481012"/>
                      <a:gd name="connsiteX1" fmla="*/ 527844 w 1055688"/>
                      <a:gd name="connsiteY1" fmla="*/ 0 h 481012"/>
                      <a:gd name="connsiteX2" fmla="*/ 1055688 w 1055688"/>
                      <a:gd name="connsiteY2" fmla="*/ 240506 h 481012"/>
                      <a:gd name="connsiteX3" fmla="*/ 527844 w 1055688"/>
                      <a:gd name="connsiteY3" fmla="*/ 481012 h 481012"/>
                      <a:gd name="connsiteX4" fmla="*/ 0 w 1055688"/>
                      <a:gd name="connsiteY4" fmla="*/ 240506 h 4810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5688" h="481012" fill="none" extrusionOk="0">
                        <a:moveTo>
                          <a:pt x="0" y="240506"/>
                        </a:moveTo>
                        <a:cubicBezTo>
                          <a:pt x="-29421" y="169014"/>
                          <a:pt x="229547" y="-7920"/>
                          <a:pt x="527844" y="0"/>
                        </a:cubicBezTo>
                        <a:cubicBezTo>
                          <a:pt x="823810" y="16356"/>
                          <a:pt x="1062984" y="112078"/>
                          <a:pt x="1055688" y="240506"/>
                        </a:cubicBezTo>
                        <a:cubicBezTo>
                          <a:pt x="1015829" y="322713"/>
                          <a:pt x="806544" y="438995"/>
                          <a:pt x="527844" y="481012"/>
                        </a:cubicBezTo>
                        <a:cubicBezTo>
                          <a:pt x="223178" y="490539"/>
                          <a:pt x="-9129" y="352810"/>
                          <a:pt x="0" y="240506"/>
                        </a:cubicBezTo>
                        <a:close/>
                      </a:path>
                      <a:path w="1055688" h="481012" stroke="0" extrusionOk="0">
                        <a:moveTo>
                          <a:pt x="0" y="240506"/>
                        </a:moveTo>
                        <a:cubicBezTo>
                          <a:pt x="15238" y="127542"/>
                          <a:pt x="205443" y="-28995"/>
                          <a:pt x="527844" y="0"/>
                        </a:cubicBezTo>
                        <a:cubicBezTo>
                          <a:pt x="818734" y="3532"/>
                          <a:pt x="1060749" y="147052"/>
                          <a:pt x="1055688" y="240506"/>
                        </a:cubicBezTo>
                        <a:cubicBezTo>
                          <a:pt x="1048562" y="397927"/>
                          <a:pt x="800137" y="508986"/>
                          <a:pt x="527844" y="481012"/>
                        </a:cubicBezTo>
                        <a:cubicBezTo>
                          <a:pt x="225976" y="497642"/>
                          <a:pt x="19335" y="345529"/>
                          <a:pt x="0" y="24050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54" name="Rectangle 246">
            <a:extLst>
              <a:ext uri="{FF2B5EF4-FFF2-40B4-BE49-F238E27FC236}">
                <a16:creationId xmlns:a16="http://schemas.microsoft.com/office/drawing/2014/main" id="{1F3E4D4C-F8A3-47F5-B6A3-1DB346EC9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1514" y="3328988"/>
            <a:ext cx="998538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Добавление отзыва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5" name="Oval 247">
            <a:extLst>
              <a:ext uri="{FF2B5EF4-FFF2-40B4-BE49-F238E27FC236}">
                <a16:creationId xmlns:a16="http://schemas.microsoft.com/office/drawing/2014/main" id="{CD8CFFF6-0EEE-49A3-9C6E-4477393FF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1989" y="1947863"/>
            <a:ext cx="1057275" cy="479425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708282487">
                  <a:custGeom>
                    <a:avLst/>
                    <a:gdLst>
                      <a:gd name="connsiteX0" fmla="*/ 0 w 1057275"/>
                      <a:gd name="connsiteY0" fmla="*/ 239713 h 479425"/>
                      <a:gd name="connsiteX1" fmla="*/ 528638 w 1057275"/>
                      <a:gd name="connsiteY1" fmla="*/ 0 h 479425"/>
                      <a:gd name="connsiteX2" fmla="*/ 1057276 w 1057275"/>
                      <a:gd name="connsiteY2" fmla="*/ 239713 h 479425"/>
                      <a:gd name="connsiteX3" fmla="*/ 528638 w 1057275"/>
                      <a:gd name="connsiteY3" fmla="*/ 479426 h 479425"/>
                      <a:gd name="connsiteX4" fmla="*/ 0 w 1057275"/>
                      <a:gd name="connsiteY4" fmla="*/ 239713 h 4794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7275" h="479425" fill="none" extrusionOk="0">
                        <a:moveTo>
                          <a:pt x="0" y="239713"/>
                        </a:moveTo>
                        <a:cubicBezTo>
                          <a:pt x="-4958" y="85437"/>
                          <a:pt x="205501" y="-13683"/>
                          <a:pt x="528638" y="0"/>
                        </a:cubicBezTo>
                        <a:cubicBezTo>
                          <a:pt x="804321" y="-4145"/>
                          <a:pt x="1069877" y="128686"/>
                          <a:pt x="1057276" y="239713"/>
                        </a:cubicBezTo>
                        <a:cubicBezTo>
                          <a:pt x="1064563" y="376794"/>
                          <a:pt x="837320" y="434081"/>
                          <a:pt x="528638" y="479426"/>
                        </a:cubicBezTo>
                        <a:cubicBezTo>
                          <a:pt x="253246" y="466390"/>
                          <a:pt x="-3324" y="366626"/>
                          <a:pt x="0" y="239713"/>
                        </a:cubicBezTo>
                        <a:close/>
                      </a:path>
                      <a:path w="1057275" h="479425" stroke="0" extrusionOk="0">
                        <a:moveTo>
                          <a:pt x="0" y="239713"/>
                        </a:moveTo>
                        <a:cubicBezTo>
                          <a:pt x="6538" y="133494"/>
                          <a:pt x="206238" y="-13361"/>
                          <a:pt x="528638" y="0"/>
                        </a:cubicBezTo>
                        <a:cubicBezTo>
                          <a:pt x="803480" y="-21890"/>
                          <a:pt x="1047127" y="112570"/>
                          <a:pt x="1057276" y="239713"/>
                        </a:cubicBezTo>
                        <a:cubicBezTo>
                          <a:pt x="1083884" y="411255"/>
                          <a:pt x="882238" y="467131"/>
                          <a:pt x="528638" y="479426"/>
                        </a:cubicBezTo>
                        <a:cubicBezTo>
                          <a:pt x="231193" y="496319"/>
                          <a:pt x="1618" y="374720"/>
                          <a:pt x="0" y="23971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57" name="Rectangle 249">
            <a:extLst>
              <a:ext uri="{FF2B5EF4-FFF2-40B4-BE49-F238E27FC236}">
                <a16:creationId xmlns:a16="http://schemas.microsoft.com/office/drawing/2014/main" id="{DDBD91F3-0912-454E-92EA-45B3A4B56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376" y="2117726"/>
            <a:ext cx="1017588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Прикрепление фото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8" name="Oval 250">
            <a:extLst>
              <a:ext uri="{FF2B5EF4-FFF2-40B4-BE49-F238E27FC236}">
                <a16:creationId xmlns:a16="http://schemas.microsoft.com/office/drawing/2014/main" id="{59D54A37-9713-4AD7-BE4B-23C32FE78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2076" y="4719638"/>
            <a:ext cx="1055688" cy="4445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499619692">
                  <a:custGeom>
                    <a:avLst/>
                    <a:gdLst>
                      <a:gd name="connsiteX0" fmla="*/ 0 w 1055688"/>
                      <a:gd name="connsiteY0" fmla="*/ 222250 h 444500"/>
                      <a:gd name="connsiteX1" fmla="*/ 527844 w 1055688"/>
                      <a:gd name="connsiteY1" fmla="*/ 0 h 444500"/>
                      <a:gd name="connsiteX2" fmla="*/ 1055688 w 1055688"/>
                      <a:gd name="connsiteY2" fmla="*/ 222250 h 444500"/>
                      <a:gd name="connsiteX3" fmla="*/ 527844 w 1055688"/>
                      <a:gd name="connsiteY3" fmla="*/ 444500 h 444500"/>
                      <a:gd name="connsiteX4" fmla="*/ 0 w 1055688"/>
                      <a:gd name="connsiteY4" fmla="*/ 222250 h 4445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5688" h="444500" fill="none" extrusionOk="0">
                        <a:moveTo>
                          <a:pt x="0" y="222250"/>
                        </a:moveTo>
                        <a:cubicBezTo>
                          <a:pt x="-49979" y="63429"/>
                          <a:pt x="197242" y="22106"/>
                          <a:pt x="527844" y="0"/>
                        </a:cubicBezTo>
                        <a:cubicBezTo>
                          <a:pt x="821295" y="-2705"/>
                          <a:pt x="1078057" y="113316"/>
                          <a:pt x="1055688" y="222250"/>
                        </a:cubicBezTo>
                        <a:cubicBezTo>
                          <a:pt x="1045315" y="396755"/>
                          <a:pt x="827724" y="429882"/>
                          <a:pt x="527844" y="444500"/>
                        </a:cubicBezTo>
                        <a:cubicBezTo>
                          <a:pt x="231945" y="438779"/>
                          <a:pt x="30118" y="347481"/>
                          <a:pt x="0" y="222250"/>
                        </a:cubicBezTo>
                        <a:close/>
                      </a:path>
                      <a:path w="1055688" h="444500" stroke="0" extrusionOk="0">
                        <a:moveTo>
                          <a:pt x="0" y="222250"/>
                        </a:moveTo>
                        <a:cubicBezTo>
                          <a:pt x="-19564" y="100081"/>
                          <a:pt x="243860" y="31692"/>
                          <a:pt x="527844" y="0"/>
                        </a:cubicBezTo>
                        <a:cubicBezTo>
                          <a:pt x="823095" y="3720"/>
                          <a:pt x="1052583" y="85962"/>
                          <a:pt x="1055688" y="222250"/>
                        </a:cubicBezTo>
                        <a:cubicBezTo>
                          <a:pt x="1018191" y="366858"/>
                          <a:pt x="794791" y="395457"/>
                          <a:pt x="527844" y="444500"/>
                        </a:cubicBezTo>
                        <a:cubicBezTo>
                          <a:pt x="211295" y="439394"/>
                          <a:pt x="20151" y="334794"/>
                          <a:pt x="0" y="22225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0" name="Rectangle 252">
            <a:extLst>
              <a:ext uri="{FF2B5EF4-FFF2-40B4-BE49-F238E27FC236}">
                <a16:creationId xmlns:a16="http://schemas.microsoft.com/office/drawing/2014/main" id="{8A936521-94A5-43CC-B1B1-1D3E5AC14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6551" y="4737101"/>
            <a:ext cx="652463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Управление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1" name="Rectangle 253">
            <a:extLst>
              <a:ext uri="{FF2B5EF4-FFF2-40B4-BE49-F238E27FC236}">
                <a16:creationId xmlns:a16="http://schemas.microsoft.com/office/drawing/2014/main" id="{EC008E85-80DF-42D9-80D9-5ADF2C40A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4639" y="4873626"/>
            <a:ext cx="776288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собственными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2" name="Rectangle 254">
            <a:extLst>
              <a:ext uri="{FF2B5EF4-FFF2-40B4-BE49-F238E27FC236}">
                <a16:creationId xmlns:a16="http://schemas.microsoft.com/office/drawing/2014/main" id="{F3D38C7A-8C4E-42B6-9014-1204C98BC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9" y="5005388"/>
            <a:ext cx="52387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отзывами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3" name="Line 255">
            <a:extLst>
              <a:ext uri="{FF2B5EF4-FFF2-40B4-BE49-F238E27FC236}">
                <a16:creationId xmlns:a16="http://schemas.microsoft.com/office/drawing/2014/main" id="{246E7628-8260-473C-90FC-4F7D1E90AA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40114" y="3838576"/>
            <a:ext cx="1370013" cy="915987"/>
          </a:xfrm>
          <a:prstGeom prst="line">
            <a:avLst/>
          </a:prstGeom>
          <a:noFill/>
          <a:ln w="12700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64" name="Line 256">
            <a:extLst>
              <a:ext uri="{FF2B5EF4-FFF2-40B4-BE49-F238E27FC236}">
                <a16:creationId xmlns:a16="http://schemas.microsoft.com/office/drawing/2014/main" id="{35B190A2-F706-4E00-AFFD-AA9402B34BC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5601" y="2679701"/>
            <a:ext cx="676275" cy="885825"/>
          </a:xfrm>
          <a:prstGeom prst="line">
            <a:avLst/>
          </a:prstGeom>
          <a:noFill/>
          <a:ln w="12700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65" name="Freeform 257">
            <a:extLst>
              <a:ext uri="{FF2B5EF4-FFF2-40B4-BE49-F238E27FC236}">
                <a16:creationId xmlns:a16="http://schemas.microsoft.com/office/drawing/2014/main" id="{1239106C-EEF6-437E-90BB-244093AD6A17}"/>
              </a:ext>
            </a:extLst>
          </p:cNvPr>
          <p:cNvSpPr>
            <a:spLocks noEditPoints="1"/>
          </p:cNvSpPr>
          <p:nvPr/>
        </p:nvSpPr>
        <p:spPr bwMode="auto">
          <a:xfrm>
            <a:off x="1897064" y="2973388"/>
            <a:ext cx="1317625" cy="319087"/>
          </a:xfrm>
          <a:custGeom>
            <a:avLst/>
            <a:gdLst>
              <a:gd name="T0" fmla="*/ 3625 w 3775"/>
              <a:gd name="T1" fmla="*/ 879 h 912"/>
              <a:gd name="T2" fmla="*/ 3630 w 3775"/>
              <a:gd name="T3" fmla="*/ 859 h 912"/>
              <a:gd name="T4" fmla="*/ 3774 w 3775"/>
              <a:gd name="T5" fmla="*/ 904 h 912"/>
              <a:gd name="T6" fmla="*/ 3528 w 3775"/>
              <a:gd name="T7" fmla="*/ 856 h 912"/>
              <a:gd name="T8" fmla="*/ 3384 w 3775"/>
              <a:gd name="T9" fmla="*/ 811 h 912"/>
              <a:gd name="T10" fmla="*/ 3533 w 3775"/>
              <a:gd name="T11" fmla="*/ 836 h 912"/>
              <a:gd name="T12" fmla="*/ 3528 w 3775"/>
              <a:gd name="T13" fmla="*/ 856 h 912"/>
              <a:gd name="T14" fmla="*/ 3158 w 3775"/>
              <a:gd name="T15" fmla="*/ 768 h 912"/>
              <a:gd name="T16" fmla="*/ 3163 w 3775"/>
              <a:gd name="T17" fmla="*/ 748 h 912"/>
              <a:gd name="T18" fmla="*/ 3307 w 3775"/>
              <a:gd name="T19" fmla="*/ 793 h 912"/>
              <a:gd name="T20" fmla="*/ 3061 w 3775"/>
              <a:gd name="T21" fmla="*/ 745 h 912"/>
              <a:gd name="T22" fmla="*/ 2917 w 3775"/>
              <a:gd name="T23" fmla="*/ 700 h 912"/>
              <a:gd name="T24" fmla="*/ 3066 w 3775"/>
              <a:gd name="T25" fmla="*/ 725 h 912"/>
              <a:gd name="T26" fmla="*/ 3061 w 3775"/>
              <a:gd name="T27" fmla="*/ 745 h 912"/>
              <a:gd name="T28" fmla="*/ 2691 w 3775"/>
              <a:gd name="T29" fmla="*/ 657 h 912"/>
              <a:gd name="T30" fmla="*/ 2696 w 3775"/>
              <a:gd name="T31" fmla="*/ 638 h 912"/>
              <a:gd name="T32" fmla="*/ 2840 w 3775"/>
              <a:gd name="T33" fmla="*/ 682 h 912"/>
              <a:gd name="T34" fmla="*/ 2594 w 3775"/>
              <a:gd name="T35" fmla="*/ 634 h 912"/>
              <a:gd name="T36" fmla="*/ 2450 w 3775"/>
              <a:gd name="T37" fmla="*/ 590 h 912"/>
              <a:gd name="T38" fmla="*/ 2599 w 3775"/>
              <a:gd name="T39" fmla="*/ 615 h 912"/>
              <a:gd name="T40" fmla="*/ 2594 w 3775"/>
              <a:gd name="T41" fmla="*/ 634 h 912"/>
              <a:gd name="T42" fmla="*/ 2224 w 3775"/>
              <a:gd name="T43" fmla="*/ 546 h 912"/>
              <a:gd name="T44" fmla="*/ 2229 w 3775"/>
              <a:gd name="T45" fmla="*/ 527 h 912"/>
              <a:gd name="T46" fmla="*/ 2372 w 3775"/>
              <a:gd name="T47" fmla="*/ 571 h 912"/>
              <a:gd name="T48" fmla="*/ 2127 w 3775"/>
              <a:gd name="T49" fmla="*/ 523 h 912"/>
              <a:gd name="T50" fmla="*/ 1983 w 3775"/>
              <a:gd name="T51" fmla="*/ 479 h 912"/>
              <a:gd name="T52" fmla="*/ 2132 w 3775"/>
              <a:gd name="T53" fmla="*/ 504 h 912"/>
              <a:gd name="T54" fmla="*/ 2127 w 3775"/>
              <a:gd name="T55" fmla="*/ 523 h 912"/>
              <a:gd name="T56" fmla="*/ 1757 w 3775"/>
              <a:gd name="T57" fmla="*/ 435 h 912"/>
              <a:gd name="T58" fmla="*/ 1762 w 3775"/>
              <a:gd name="T59" fmla="*/ 416 h 912"/>
              <a:gd name="T60" fmla="*/ 1905 w 3775"/>
              <a:gd name="T61" fmla="*/ 460 h 912"/>
              <a:gd name="T62" fmla="*/ 1660 w 3775"/>
              <a:gd name="T63" fmla="*/ 412 h 912"/>
              <a:gd name="T64" fmla="*/ 1516 w 3775"/>
              <a:gd name="T65" fmla="*/ 368 h 912"/>
              <a:gd name="T66" fmla="*/ 1665 w 3775"/>
              <a:gd name="T67" fmla="*/ 393 h 912"/>
              <a:gd name="T68" fmla="*/ 1660 w 3775"/>
              <a:gd name="T69" fmla="*/ 412 h 912"/>
              <a:gd name="T70" fmla="*/ 1290 w 3775"/>
              <a:gd name="T71" fmla="*/ 325 h 912"/>
              <a:gd name="T72" fmla="*/ 1295 w 3775"/>
              <a:gd name="T73" fmla="*/ 305 h 912"/>
              <a:gd name="T74" fmla="*/ 1438 w 3775"/>
              <a:gd name="T75" fmla="*/ 349 h 912"/>
              <a:gd name="T76" fmla="*/ 1193 w 3775"/>
              <a:gd name="T77" fmla="*/ 301 h 912"/>
              <a:gd name="T78" fmla="*/ 1049 w 3775"/>
              <a:gd name="T79" fmla="*/ 257 h 912"/>
              <a:gd name="T80" fmla="*/ 1197 w 3775"/>
              <a:gd name="T81" fmla="*/ 282 h 912"/>
              <a:gd name="T82" fmla="*/ 1193 w 3775"/>
              <a:gd name="T83" fmla="*/ 301 h 912"/>
              <a:gd name="T84" fmla="*/ 823 w 3775"/>
              <a:gd name="T85" fmla="*/ 214 h 912"/>
              <a:gd name="T86" fmla="*/ 828 w 3775"/>
              <a:gd name="T87" fmla="*/ 194 h 912"/>
              <a:gd name="T88" fmla="*/ 971 w 3775"/>
              <a:gd name="T89" fmla="*/ 239 h 912"/>
              <a:gd name="T90" fmla="*/ 726 w 3775"/>
              <a:gd name="T91" fmla="*/ 191 h 912"/>
              <a:gd name="T92" fmla="*/ 582 w 3775"/>
              <a:gd name="T93" fmla="*/ 146 h 912"/>
              <a:gd name="T94" fmla="*/ 730 w 3775"/>
              <a:gd name="T95" fmla="*/ 171 h 912"/>
              <a:gd name="T96" fmla="*/ 726 w 3775"/>
              <a:gd name="T97" fmla="*/ 191 h 912"/>
              <a:gd name="T98" fmla="*/ 356 w 3775"/>
              <a:gd name="T99" fmla="*/ 103 h 912"/>
              <a:gd name="T100" fmla="*/ 361 w 3775"/>
              <a:gd name="T101" fmla="*/ 83 h 912"/>
              <a:gd name="T102" fmla="*/ 504 w 3775"/>
              <a:gd name="T103" fmla="*/ 128 h 912"/>
              <a:gd name="T104" fmla="*/ 259 w 3775"/>
              <a:gd name="T105" fmla="*/ 80 h 912"/>
              <a:gd name="T106" fmla="*/ 115 w 3775"/>
              <a:gd name="T107" fmla="*/ 35 h 912"/>
              <a:gd name="T108" fmla="*/ 263 w 3775"/>
              <a:gd name="T109" fmla="*/ 60 h 912"/>
              <a:gd name="T110" fmla="*/ 259 w 3775"/>
              <a:gd name="T111" fmla="*/ 80 h 912"/>
              <a:gd name="T112" fmla="*/ 8 w 3775"/>
              <a:gd name="T113" fmla="*/ 20 h 912"/>
              <a:gd name="T114" fmla="*/ 13 w 3775"/>
              <a:gd name="T115" fmla="*/ 1 h 912"/>
              <a:gd name="T116" fmla="*/ 37 w 3775"/>
              <a:gd name="T117" fmla="*/ 17 h 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775" h="912">
                <a:moveTo>
                  <a:pt x="3762" y="911"/>
                </a:moveTo>
                <a:lnTo>
                  <a:pt x="3625" y="879"/>
                </a:lnTo>
                <a:cubicBezTo>
                  <a:pt x="3620" y="877"/>
                  <a:pt x="3617" y="872"/>
                  <a:pt x="3618" y="867"/>
                </a:cubicBezTo>
                <a:cubicBezTo>
                  <a:pt x="3619" y="861"/>
                  <a:pt x="3625" y="858"/>
                  <a:pt x="3630" y="859"/>
                </a:cubicBezTo>
                <a:lnTo>
                  <a:pt x="3766" y="892"/>
                </a:lnTo>
                <a:cubicBezTo>
                  <a:pt x="3772" y="893"/>
                  <a:pt x="3775" y="898"/>
                  <a:pt x="3774" y="904"/>
                </a:cubicBezTo>
                <a:cubicBezTo>
                  <a:pt x="3772" y="909"/>
                  <a:pt x="3767" y="912"/>
                  <a:pt x="3762" y="911"/>
                </a:cubicBezTo>
                <a:close/>
                <a:moveTo>
                  <a:pt x="3528" y="856"/>
                </a:moveTo>
                <a:lnTo>
                  <a:pt x="3392" y="823"/>
                </a:lnTo>
                <a:cubicBezTo>
                  <a:pt x="3386" y="822"/>
                  <a:pt x="3383" y="817"/>
                  <a:pt x="3384" y="811"/>
                </a:cubicBezTo>
                <a:cubicBezTo>
                  <a:pt x="3386" y="806"/>
                  <a:pt x="3391" y="803"/>
                  <a:pt x="3396" y="804"/>
                </a:cubicBezTo>
                <a:lnTo>
                  <a:pt x="3533" y="836"/>
                </a:lnTo>
                <a:cubicBezTo>
                  <a:pt x="3538" y="837"/>
                  <a:pt x="3541" y="843"/>
                  <a:pt x="3540" y="848"/>
                </a:cubicBezTo>
                <a:cubicBezTo>
                  <a:pt x="3539" y="854"/>
                  <a:pt x="3533" y="857"/>
                  <a:pt x="3528" y="856"/>
                </a:cubicBezTo>
                <a:close/>
                <a:moveTo>
                  <a:pt x="3294" y="800"/>
                </a:moveTo>
                <a:lnTo>
                  <a:pt x="3158" y="768"/>
                </a:lnTo>
                <a:cubicBezTo>
                  <a:pt x="3153" y="767"/>
                  <a:pt x="3150" y="761"/>
                  <a:pt x="3151" y="756"/>
                </a:cubicBezTo>
                <a:cubicBezTo>
                  <a:pt x="3152" y="750"/>
                  <a:pt x="3158" y="747"/>
                  <a:pt x="3163" y="748"/>
                </a:cubicBezTo>
                <a:lnTo>
                  <a:pt x="3299" y="781"/>
                </a:lnTo>
                <a:cubicBezTo>
                  <a:pt x="3304" y="782"/>
                  <a:pt x="3308" y="787"/>
                  <a:pt x="3307" y="793"/>
                </a:cubicBezTo>
                <a:cubicBezTo>
                  <a:pt x="3305" y="798"/>
                  <a:pt x="3300" y="802"/>
                  <a:pt x="3294" y="800"/>
                </a:cubicBezTo>
                <a:close/>
                <a:moveTo>
                  <a:pt x="3061" y="745"/>
                </a:moveTo>
                <a:lnTo>
                  <a:pt x="2925" y="712"/>
                </a:lnTo>
                <a:cubicBezTo>
                  <a:pt x="2919" y="711"/>
                  <a:pt x="2916" y="706"/>
                  <a:pt x="2917" y="700"/>
                </a:cubicBezTo>
                <a:cubicBezTo>
                  <a:pt x="2919" y="695"/>
                  <a:pt x="2924" y="692"/>
                  <a:pt x="2929" y="693"/>
                </a:cubicBezTo>
                <a:lnTo>
                  <a:pt x="3066" y="725"/>
                </a:lnTo>
                <a:cubicBezTo>
                  <a:pt x="3071" y="727"/>
                  <a:pt x="3074" y="732"/>
                  <a:pt x="3073" y="737"/>
                </a:cubicBezTo>
                <a:cubicBezTo>
                  <a:pt x="3072" y="743"/>
                  <a:pt x="3066" y="746"/>
                  <a:pt x="3061" y="745"/>
                </a:cubicBezTo>
                <a:close/>
                <a:moveTo>
                  <a:pt x="2827" y="689"/>
                </a:moveTo>
                <a:lnTo>
                  <a:pt x="2691" y="657"/>
                </a:lnTo>
                <a:cubicBezTo>
                  <a:pt x="2686" y="656"/>
                  <a:pt x="2683" y="650"/>
                  <a:pt x="2684" y="645"/>
                </a:cubicBezTo>
                <a:cubicBezTo>
                  <a:pt x="2685" y="640"/>
                  <a:pt x="2690" y="636"/>
                  <a:pt x="2696" y="638"/>
                </a:cubicBezTo>
                <a:lnTo>
                  <a:pt x="2832" y="670"/>
                </a:lnTo>
                <a:cubicBezTo>
                  <a:pt x="2837" y="671"/>
                  <a:pt x="2841" y="677"/>
                  <a:pt x="2840" y="682"/>
                </a:cubicBezTo>
                <a:cubicBezTo>
                  <a:pt x="2838" y="687"/>
                  <a:pt x="2833" y="691"/>
                  <a:pt x="2827" y="689"/>
                </a:cubicBezTo>
                <a:close/>
                <a:moveTo>
                  <a:pt x="2594" y="634"/>
                </a:moveTo>
                <a:lnTo>
                  <a:pt x="2458" y="602"/>
                </a:lnTo>
                <a:cubicBezTo>
                  <a:pt x="2452" y="600"/>
                  <a:pt x="2449" y="595"/>
                  <a:pt x="2450" y="590"/>
                </a:cubicBezTo>
                <a:cubicBezTo>
                  <a:pt x="2452" y="584"/>
                  <a:pt x="2457" y="581"/>
                  <a:pt x="2462" y="582"/>
                </a:cubicBezTo>
                <a:lnTo>
                  <a:pt x="2599" y="615"/>
                </a:lnTo>
                <a:cubicBezTo>
                  <a:pt x="2604" y="616"/>
                  <a:pt x="2607" y="621"/>
                  <a:pt x="2606" y="627"/>
                </a:cubicBezTo>
                <a:cubicBezTo>
                  <a:pt x="2605" y="632"/>
                  <a:pt x="2599" y="635"/>
                  <a:pt x="2594" y="634"/>
                </a:cubicBezTo>
                <a:close/>
                <a:moveTo>
                  <a:pt x="2360" y="579"/>
                </a:moveTo>
                <a:lnTo>
                  <a:pt x="2224" y="546"/>
                </a:lnTo>
                <a:cubicBezTo>
                  <a:pt x="2219" y="545"/>
                  <a:pt x="2216" y="540"/>
                  <a:pt x="2217" y="534"/>
                </a:cubicBezTo>
                <a:cubicBezTo>
                  <a:pt x="2218" y="529"/>
                  <a:pt x="2223" y="525"/>
                  <a:pt x="2229" y="527"/>
                </a:cubicBezTo>
                <a:lnTo>
                  <a:pt x="2365" y="559"/>
                </a:lnTo>
                <a:cubicBezTo>
                  <a:pt x="2370" y="560"/>
                  <a:pt x="2374" y="566"/>
                  <a:pt x="2372" y="571"/>
                </a:cubicBezTo>
                <a:cubicBezTo>
                  <a:pt x="2371" y="576"/>
                  <a:pt x="2366" y="580"/>
                  <a:pt x="2360" y="579"/>
                </a:cubicBezTo>
                <a:close/>
                <a:moveTo>
                  <a:pt x="2127" y="523"/>
                </a:moveTo>
                <a:lnTo>
                  <a:pt x="1991" y="491"/>
                </a:lnTo>
                <a:cubicBezTo>
                  <a:pt x="1985" y="490"/>
                  <a:pt x="1982" y="484"/>
                  <a:pt x="1983" y="479"/>
                </a:cubicBezTo>
                <a:cubicBezTo>
                  <a:pt x="1985" y="473"/>
                  <a:pt x="1990" y="470"/>
                  <a:pt x="1995" y="471"/>
                </a:cubicBezTo>
                <a:lnTo>
                  <a:pt x="2132" y="504"/>
                </a:lnTo>
                <a:cubicBezTo>
                  <a:pt x="2137" y="505"/>
                  <a:pt x="2140" y="510"/>
                  <a:pt x="2139" y="516"/>
                </a:cubicBezTo>
                <a:cubicBezTo>
                  <a:pt x="2138" y="521"/>
                  <a:pt x="2132" y="524"/>
                  <a:pt x="2127" y="523"/>
                </a:cubicBezTo>
                <a:close/>
                <a:moveTo>
                  <a:pt x="1893" y="468"/>
                </a:moveTo>
                <a:lnTo>
                  <a:pt x="1757" y="435"/>
                </a:lnTo>
                <a:cubicBezTo>
                  <a:pt x="1752" y="434"/>
                  <a:pt x="1749" y="429"/>
                  <a:pt x="1750" y="423"/>
                </a:cubicBezTo>
                <a:cubicBezTo>
                  <a:pt x="1751" y="418"/>
                  <a:pt x="1756" y="415"/>
                  <a:pt x="1762" y="416"/>
                </a:cubicBezTo>
                <a:lnTo>
                  <a:pt x="1898" y="448"/>
                </a:lnTo>
                <a:cubicBezTo>
                  <a:pt x="1903" y="450"/>
                  <a:pt x="1907" y="455"/>
                  <a:pt x="1905" y="460"/>
                </a:cubicBezTo>
                <a:cubicBezTo>
                  <a:pt x="1904" y="466"/>
                  <a:pt x="1899" y="469"/>
                  <a:pt x="1893" y="468"/>
                </a:cubicBezTo>
                <a:close/>
                <a:moveTo>
                  <a:pt x="1660" y="412"/>
                </a:moveTo>
                <a:lnTo>
                  <a:pt x="1524" y="380"/>
                </a:lnTo>
                <a:cubicBezTo>
                  <a:pt x="1518" y="379"/>
                  <a:pt x="1515" y="373"/>
                  <a:pt x="1516" y="368"/>
                </a:cubicBezTo>
                <a:cubicBezTo>
                  <a:pt x="1518" y="363"/>
                  <a:pt x="1523" y="359"/>
                  <a:pt x="1528" y="360"/>
                </a:cubicBezTo>
                <a:lnTo>
                  <a:pt x="1665" y="393"/>
                </a:lnTo>
                <a:cubicBezTo>
                  <a:pt x="1670" y="394"/>
                  <a:pt x="1673" y="399"/>
                  <a:pt x="1672" y="405"/>
                </a:cubicBezTo>
                <a:cubicBezTo>
                  <a:pt x="1671" y="410"/>
                  <a:pt x="1665" y="414"/>
                  <a:pt x="1660" y="412"/>
                </a:cubicBezTo>
                <a:close/>
                <a:moveTo>
                  <a:pt x="1426" y="357"/>
                </a:moveTo>
                <a:lnTo>
                  <a:pt x="1290" y="325"/>
                </a:lnTo>
                <a:cubicBezTo>
                  <a:pt x="1285" y="323"/>
                  <a:pt x="1281" y="318"/>
                  <a:pt x="1283" y="312"/>
                </a:cubicBezTo>
                <a:cubicBezTo>
                  <a:pt x="1284" y="307"/>
                  <a:pt x="1289" y="304"/>
                  <a:pt x="1295" y="305"/>
                </a:cubicBezTo>
                <a:lnTo>
                  <a:pt x="1431" y="337"/>
                </a:lnTo>
                <a:cubicBezTo>
                  <a:pt x="1436" y="339"/>
                  <a:pt x="1440" y="344"/>
                  <a:pt x="1438" y="349"/>
                </a:cubicBezTo>
                <a:cubicBezTo>
                  <a:pt x="1437" y="355"/>
                  <a:pt x="1432" y="358"/>
                  <a:pt x="1426" y="357"/>
                </a:cubicBezTo>
                <a:close/>
                <a:moveTo>
                  <a:pt x="1193" y="301"/>
                </a:moveTo>
                <a:lnTo>
                  <a:pt x="1057" y="269"/>
                </a:lnTo>
                <a:cubicBezTo>
                  <a:pt x="1051" y="268"/>
                  <a:pt x="1048" y="262"/>
                  <a:pt x="1049" y="257"/>
                </a:cubicBezTo>
                <a:cubicBezTo>
                  <a:pt x="1051" y="252"/>
                  <a:pt x="1056" y="248"/>
                  <a:pt x="1061" y="250"/>
                </a:cubicBezTo>
                <a:lnTo>
                  <a:pt x="1197" y="282"/>
                </a:lnTo>
                <a:cubicBezTo>
                  <a:pt x="1203" y="283"/>
                  <a:pt x="1206" y="289"/>
                  <a:pt x="1205" y="294"/>
                </a:cubicBezTo>
                <a:cubicBezTo>
                  <a:pt x="1204" y="299"/>
                  <a:pt x="1198" y="303"/>
                  <a:pt x="1193" y="301"/>
                </a:cubicBezTo>
                <a:close/>
                <a:moveTo>
                  <a:pt x="959" y="246"/>
                </a:moveTo>
                <a:lnTo>
                  <a:pt x="823" y="214"/>
                </a:lnTo>
                <a:cubicBezTo>
                  <a:pt x="818" y="212"/>
                  <a:pt x="814" y="207"/>
                  <a:pt x="816" y="202"/>
                </a:cubicBezTo>
                <a:cubicBezTo>
                  <a:pt x="817" y="196"/>
                  <a:pt x="822" y="193"/>
                  <a:pt x="828" y="194"/>
                </a:cubicBezTo>
                <a:lnTo>
                  <a:pt x="964" y="227"/>
                </a:lnTo>
                <a:cubicBezTo>
                  <a:pt x="969" y="228"/>
                  <a:pt x="973" y="233"/>
                  <a:pt x="971" y="239"/>
                </a:cubicBezTo>
                <a:cubicBezTo>
                  <a:pt x="970" y="244"/>
                  <a:pt x="965" y="247"/>
                  <a:pt x="959" y="246"/>
                </a:cubicBezTo>
                <a:close/>
                <a:moveTo>
                  <a:pt x="726" y="191"/>
                </a:moveTo>
                <a:lnTo>
                  <a:pt x="590" y="158"/>
                </a:lnTo>
                <a:cubicBezTo>
                  <a:pt x="584" y="157"/>
                  <a:pt x="581" y="152"/>
                  <a:pt x="582" y="146"/>
                </a:cubicBezTo>
                <a:cubicBezTo>
                  <a:pt x="583" y="141"/>
                  <a:pt x="589" y="138"/>
                  <a:pt x="594" y="139"/>
                </a:cubicBezTo>
                <a:lnTo>
                  <a:pt x="730" y="171"/>
                </a:lnTo>
                <a:cubicBezTo>
                  <a:pt x="736" y="172"/>
                  <a:pt x="739" y="178"/>
                  <a:pt x="738" y="183"/>
                </a:cubicBezTo>
                <a:cubicBezTo>
                  <a:pt x="737" y="189"/>
                  <a:pt x="731" y="192"/>
                  <a:pt x="726" y="191"/>
                </a:cubicBezTo>
                <a:close/>
                <a:moveTo>
                  <a:pt x="492" y="135"/>
                </a:moveTo>
                <a:lnTo>
                  <a:pt x="356" y="103"/>
                </a:lnTo>
                <a:cubicBezTo>
                  <a:pt x="351" y="102"/>
                  <a:pt x="347" y="96"/>
                  <a:pt x="349" y="91"/>
                </a:cubicBezTo>
                <a:cubicBezTo>
                  <a:pt x="350" y="85"/>
                  <a:pt x="355" y="82"/>
                  <a:pt x="361" y="83"/>
                </a:cubicBezTo>
                <a:lnTo>
                  <a:pt x="497" y="116"/>
                </a:lnTo>
                <a:cubicBezTo>
                  <a:pt x="502" y="117"/>
                  <a:pt x="506" y="122"/>
                  <a:pt x="504" y="128"/>
                </a:cubicBezTo>
                <a:cubicBezTo>
                  <a:pt x="503" y="133"/>
                  <a:pt x="498" y="136"/>
                  <a:pt x="492" y="135"/>
                </a:cubicBezTo>
                <a:close/>
                <a:moveTo>
                  <a:pt x="259" y="80"/>
                </a:moveTo>
                <a:lnTo>
                  <a:pt x="123" y="47"/>
                </a:lnTo>
                <a:cubicBezTo>
                  <a:pt x="117" y="46"/>
                  <a:pt x="114" y="41"/>
                  <a:pt x="115" y="35"/>
                </a:cubicBezTo>
                <a:cubicBezTo>
                  <a:pt x="116" y="30"/>
                  <a:pt x="122" y="27"/>
                  <a:pt x="127" y="28"/>
                </a:cubicBezTo>
                <a:lnTo>
                  <a:pt x="263" y="60"/>
                </a:lnTo>
                <a:cubicBezTo>
                  <a:pt x="269" y="62"/>
                  <a:pt x="272" y="67"/>
                  <a:pt x="271" y="72"/>
                </a:cubicBezTo>
                <a:cubicBezTo>
                  <a:pt x="270" y="78"/>
                  <a:pt x="264" y="81"/>
                  <a:pt x="259" y="80"/>
                </a:cubicBezTo>
                <a:close/>
                <a:moveTo>
                  <a:pt x="25" y="24"/>
                </a:moveTo>
                <a:lnTo>
                  <a:pt x="8" y="20"/>
                </a:lnTo>
                <a:cubicBezTo>
                  <a:pt x="3" y="19"/>
                  <a:pt x="0" y="14"/>
                  <a:pt x="1" y="8"/>
                </a:cubicBezTo>
                <a:cubicBezTo>
                  <a:pt x="2" y="3"/>
                  <a:pt x="8" y="0"/>
                  <a:pt x="13" y="1"/>
                </a:cubicBezTo>
                <a:lnTo>
                  <a:pt x="30" y="5"/>
                </a:lnTo>
                <a:cubicBezTo>
                  <a:pt x="35" y="6"/>
                  <a:pt x="39" y="12"/>
                  <a:pt x="37" y="17"/>
                </a:cubicBezTo>
                <a:cubicBezTo>
                  <a:pt x="36" y="22"/>
                  <a:pt x="31" y="26"/>
                  <a:pt x="25" y="24"/>
                </a:cubicBezTo>
                <a:close/>
              </a:path>
            </a:pathLst>
          </a:custGeom>
          <a:solidFill>
            <a:schemeClr val="bg1"/>
          </a:solidFill>
          <a:ln w="12700" cap="flat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66" name="Freeform 258">
            <a:extLst>
              <a:ext uri="{FF2B5EF4-FFF2-40B4-BE49-F238E27FC236}">
                <a16:creationId xmlns:a16="http://schemas.microsoft.com/office/drawing/2014/main" id="{6F0FCDCA-D5EE-44C2-8D73-96E99A9D81B6}"/>
              </a:ext>
            </a:extLst>
          </p:cNvPr>
          <p:cNvSpPr>
            <a:spLocks/>
          </p:cNvSpPr>
          <p:nvPr/>
        </p:nvSpPr>
        <p:spPr bwMode="auto">
          <a:xfrm>
            <a:off x="1901826" y="2954338"/>
            <a:ext cx="36513" cy="60325"/>
          </a:xfrm>
          <a:custGeom>
            <a:avLst/>
            <a:gdLst>
              <a:gd name="T0" fmla="*/ 23 w 23"/>
              <a:gd name="T1" fmla="*/ 0 h 38"/>
              <a:gd name="T2" fmla="*/ 0 w 23"/>
              <a:gd name="T3" fmla="*/ 15 h 38"/>
              <a:gd name="T4" fmla="*/ 14 w 23"/>
              <a:gd name="T5" fmla="*/ 38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" h="38">
                <a:moveTo>
                  <a:pt x="23" y="0"/>
                </a:moveTo>
                <a:lnTo>
                  <a:pt x="0" y="15"/>
                </a:lnTo>
                <a:lnTo>
                  <a:pt x="14" y="38"/>
                </a:lnTo>
              </a:path>
            </a:pathLst>
          </a:cu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9" name="Oval 261">
            <a:extLst>
              <a:ext uri="{FF2B5EF4-FFF2-40B4-BE49-F238E27FC236}">
                <a16:creationId xmlns:a16="http://schemas.microsoft.com/office/drawing/2014/main" id="{6B412D84-DF41-47BC-AF87-99AAA4FD3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1489" y="3584576"/>
            <a:ext cx="1106488" cy="481012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2952491157">
                  <a:custGeom>
                    <a:avLst/>
                    <a:gdLst>
                      <a:gd name="connsiteX0" fmla="*/ 0 w 1106488"/>
                      <a:gd name="connsiteY0" fmla="*/ 240506 h 481012"/>
                      <a:gd name="connsiteX1" fmla="*/ 553244 w 1106488"/>
                      <a:gd name="connsiteY1" fmla="*/ 0 h 481012"/>
                      <a:gd name="connsiteX2" fmla="*/ 1106488 w 1106488"/>
                      <a:gd name="connsiteY2" fmla="*/ 240506 h 481012"/>
                      <a:gd name="connsiteX3" fmla="*/ 553244 w 1106488"/>
                      <a:gd name="connsiteY3" fmla="*/ 481012 h 481012"/>
                      <a:gd name="connsiteX4" fmla="*/ 0 w 1106488"/>
                      <a:gd name="connsiteY4" fmla="*/ 240506 h 4810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06488" h="481012" fill="none" extrusionOk="0">
                        <a:moveTo>
                          <a:pt x="0" y="240506"/>
                        </a:moveTo>
                        <a:cubicBezTo>
                          <a:pt x="-27183" y="171639"/>
                          <a:pt x="297278" y="19927"/>
                          <a:pt x="553244" y="0"/>
                        </a:cubicBezTo>
                        <a:cubicBezTo>
                          <a:pt x="855793" y="11664"/>
                          <a:pt x="1119697" y="105144"/>
                          <a:pt x="1106488" y="240506"/>
                        </a:cubicBezTo>
                        <a:cubicBezTo>
                          <a:pt x="1135070" y="406997"/>
                          <a:pt x="846559" y="561027"/>
                          <a:pt x="553244" y="481012"/>
                        </a:cubicBezTo>
                        <a:cubicBezTo>
                          <a:pt x="246806" y="472716"/>
                          <a:pt x="-5046" y="366317"/>
                          <a:pt x="0" y="240506"/>
                        </a:cubicBezTo>
                        <a:close/>
                      </a:path>
                      <a:path w="1106488" h="481012" stroke="0" extrusionOk="0">
                        <a:moveTo>
                          <a:pt x="0" y="240506"/>
                        </a:moveTo>
                        <a:cubicBezTo>
                          <a:pt x="37167" y="87971"/>
                          <a:pt x="252365" y="56398"/>
                          <a:pt x="553244" y="0"/>
                        </a:cubicBezTo>
                        <a:cubicBezTo>
                          <a:pt x="863304" y="-503"/>
                          <a:pt x="1132023" y="100560"/>
                          <a:pt x="1106488" y="240506"/>
                        </a:cubicBezTo>
                        <a:cubicBezTo>
                          <a:pt x="1144033" y="396346"/>
                          <a:pt x="881812" y="463728"/>
                          <a:pt x="553244" y="481012"/>
                        </a:cubicBezTo>
                        <a:cubicBezTo>
                          <a:pt x="218943" y="472347"/>
                          <a:pt x="3486" y="390269"/>
                          <a:pt x="0" y="24050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71" name="Rectangle 263">
            <a:extLst>
              <a:ext uri="{FF2B5EF4-FFF2-40B4-BE49-F238E27FC236}">
                <a16:creationId xmlns:a16="http://schemas.microsoft.com/office/drawing/2014/main" id="{3CAB8B1A-4CAC-44ED-8F16-B89BFCB47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3876" y="3754438"/>
            <a:ext cx="10604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Просмотр статистики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2" name="Oval 264">
            <a:extLst>
              <a:ext uri="{FF2B5EF4-FFF2-40B4-BE49-F238E27FC236}">
                <a16:creationId xmlns:a16="http://schemas.microsoft.com/office/drawing/2014/main" id="{733F33BB-D988-43D0-BA20-A5F42791C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1826" y="4719638"/>
            <a:ext cx="1055688" cy="481012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2533151454">
                  <a:custGeom>
                    <a:avLst/>
                    <a:gdLst>
                      <a:gd name="connsiteX0" fmla="*/ 0 w 1055688"/>
                      <a:gd name="connsiteY0" fmla="*/ 240506 h 481012"/>
                      <a:gd name="connsiteX1" fmla="*/ 527844 w 1055688"/>
                      <a:gd name="connsiteY1" fmla="*/ 0 h 481012"/>
                      <a:gd name="connsiteX2" fmla="*/ 1055688 w 1055688"/>
                      <a:gd name="connsiteY2" fmla="*/ 240506 h 481012"/>
                      <a:gd name="connsiteX3" fmla="*/ 527844 w 1055688"/>
                      <a:gd name="connsiteY3" fmla="*/ 481012 h 481012"/>
                      <a:gd name="connsiteX4" fmla="*/ 0 w 1055688"/>
                      <a:gd name="connsiteY4" fmla="*/ 240506 h 4810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5688" h="481012" fill="none" extrusionOk="0">
                        <a:moveTo>
                          <a:pt x="0" y="240506"/>
                        </a:moveTo>
                        <a:cubicBezTo>
                          <a:pt x="24263" y="103144"/>
                          <a:pt x="239705" y="-63877"/>
                          <a:pt x="527844" y="0"/>
                        </a:cubicBezTo>
                        <a:cubicBezTo>
                          <a:pt x="818545" y="-6396"/>
                          <a:pt x="1053320" y="88400"/>
                          <a:pt x="1055688" y="240506"/>
                        </a:cubicBezTo>
                        <a:cubicBezTo>
                          <a:pt x="1051544" y="363830"/>
                          <a:pt x="785580" y="462654"/>
                          <a:pt x="527844" y="481012"/>
                        </a:cubicBezTo>
                        <a:cubicBezTo>
                          <a:pt x="264840" y="481561"/>
                          <a:pt x="-7043" y="362664"/>
                          <a:pt x="0" y="240506"/>
                        </a:cubicBezTo>
                        <a:close/>
                      </a:path>
                      <a:path w="1055688" h="481012" stroke="0" extrusionOk="0">
                        <a:moveTo>
                          <a:pt x="0" y="240506"/>
                        </a:moveTo>
                        <a:cubicBezTo>
                          <a:pt x="28199" y="149139"/>
                          <a:pt x="226983" y="-30540"/>
                          <a:pt x="527844" y="0"/>
                        </a:cubicBezTo>
                        <a:cubicBezTo>
                          <a:pt x="820497" y="-6541"/>
                          <a:pt x="1026952" y="97623"/>
                          <a:pt x="1055688" y="240506"/>
                        </a:cubicBezTo>
                        <a:cubicBezTo>
                          <a:pt x="1013443" y="434081"/>
                          <a:pt x="818073" y="454859"/>
                          <a:pt x="527844" y="481012"/>
                        </a:cubicBezTo>
                        <a:cubicBezTo>
                          <a:pt x="260283" y="475140"/>
                          <a:pt x="-10347" y="361870"/>
                          <a:pt x="0" y="24050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74" name="Rectangle 266">
            <a:extLst>
              <a:ext uri="{FF2B5EF4-FFF2-40B4-BE49-F238E27FC236}">
                <a16:creationId xmlns:a16="http://schemas.microsoft.com/office/drawing/2014/main" id="{D1989758-64BD-4A5D-A029-C4048F453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101" y="4757738"/>
            <a:ext cx="5524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Просмотр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5" name="Rectangle 267">
            <a:extLst>
              <a:ext uri="{FF2B5EF4-FFF2-40B4-BE49-F238E27FC236}">
                <a16:creationId xmlns:a16="http://schemas.microsoft.com/office/drawing/2014/main" id="{64F42A96-98BC-4D89-8C2D-7F81C5625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1" y="4889501"/>
            <a:ext cx="687388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собственных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6" name="Rectangle 268">
            <a:extLst>
              <a:ext uri="{FF2B5EF4-FFF2-40B4-BE49-F238E27FC236}">
                <a16:creationId xmlns:a16="http://schemas.microsoft.com/office/drawing/2014/main" id="{1090F09C-A1E1-453A-AA17-B0953CE9B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6789" y="5026026"/>
            <a:ext cx="446088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отзывов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7" name="Freeform 269">
            <a:extLst>
              <a:ext uri="{FF2B5EF4-FFF2-40B4-BE49-F238E27FC236}">
                <a16:creationId xmlns:a16="http://schemas.microsoft.com/office/drawing/2014/main" id="{24F47A51-14B6-4EE2-AEAA-B24A5DCF3C82}"/>
              </a:ext>
            </a:extLst>
          </p:cNvPr>
          <p:cNvSpPr>
            <a:spLocks noEditPoints="1"/>
          </p:cNvSpPr>
          <p:nvPr/>
        </p:nvSpPr>
        <p:spPr bwMode="auto">
          <a:xfrm>
            <a:off x="3683001" y="4943476"/>
            <a:ext cx="762000" cy="14287"/>
          </a:xfrm>
          <a:custGeom>
            <a:avLst/>
            <a:gdLst>
              <a:gd name="T0" fmla="*/ 2032 w 2182"/>
              <a:gd name="T1" fmla="*/ 40 h 42"/>
              <a:gd name="T2" fmla="*/ 2032 w 2182"/>
              <a:gd name="T3" fmla="*/ 20 h 42"/>
              <a:gd name="T4" fmla="*/ 2182 w 2182"/>
              <a:gd name="T5" fmla="*/ 32 h 42"/>
              <a:gd name="T6" fmla="*/ 1932 w 2182"/>
              <a:gd name="T7" fmla="*/ 39 h 42"/>
              <a:gd name="T8" fmla="*/ 1782 w 2182"/>
              <a:gd name="T9" fmla="*/ 28 h 42"/>
              <a:gd name="T10" fmla="*/ 1932 w 2182"/>
              <a:gd name="T11" fmla="*/ 19 h 42"/>
              <a:gd name="T12" fmla="*/ 1932 w 2182"/>
              <a:gd name="T13" fmla="*/ 39 h 42"/>
              <a:gd name="T14" fmla="*/ 1552 w 2182"/>
              <a:gd name="T15" fmla="*/ 35 h 42"/>
              <a:gd name="T16" fmla="*/ 1552 w 2182"/>
              <a:gd name="T17" fmla="*/ 15 h 42"/>
              <a:gd name="T18" fmla="*/ 1702 w 2182"/>
              <a:gd name="T19" fmla="*/ 27 h 42"/>
              <a:gd name="T20" fmla="*/ 1452 w 2182"/>
              <a:gd name="T21" fmla="*/ 34 h 42"/>
              <a:gd name="T22" fmla="*/ 1302 w 2182"/>
              <a:gd name="T23" fmla="*/ 23 h 42"/>
              <a:gd name="T24" fmla="*/ 1452 w 2182"/>
              <a:gd name="T25" fmla="*/ 14 h 42"/>
              <a:gd name="T26" fmla="*/ 1452 w 2182"/>
              <a:gd name="T27" fmla="*/ 34 h 42"/>
              <a:gd name="T28" fmla="*/ 1072 w 2182"/>
              <a:gd name="T29" fmla="*/ 31 h 42"/>
              <a:gd name="T30" fmla="*/ 1072 w 2182"/>
              <a:gd name="T31" fmla="*/ 11 h 42"/>
              <a:gd name="T32" fmla="*/ 1222 w 2182"/>
              <a:gd name="T33" fmla="*/ 22 h 42"/>
              <a:gd name="T34" fmla="*/ 972 w 2182"/>
              <a:gd name="T35" fmla="*/ 30 h 42"/>
              <a:gd name="T36" fmla="*/ 822 w 2182"/>
              <a:gd name="T37" fmla="*/ 18 h 42"/>
              <a:gd name="T38" fmla="*/ 972 w 2182"/>
              <a:gd name="T39" fmla="*/ 10 h 42"/>
              <a:gd name="T40" fmla="*/ 972 w 2182"/>
              <a:gd name="T41" fmla="*/ 30 h 42"/>
              <a:gd name="T42" fmla="*/ 592 w 2182"/>
              <a:gd name="T43" fmla="*/ 26 h 42"/>
              <a:gd name="T44" fmla="*/ 592 w 2182"/>
              <a:gd name="T45" fmla="*/ 6 h 42"/>
              <a:gd name="T46" fmla="*/ 742 w 2182"/>
              <a:gd name="T47" fmla="*/ 17 h 42"/>
              <a:gd name="T48" fmla="*/ 492 w 2182"/>
              <a:gd name="T49" fmla="*/ 25 h 42"/>
              <a:gd name="T50" fmla="*/ 342 w 2182"/>
              <a:gd name="T51" fmla="*/ 13 h 42"/>
              <a:gd name="T52" fmla="*/ 492 w 2182"/>
              <a:gd name="T53" fmla="*/ 5 h 42"/>
              <a:gd name="T54" fmla="*/ 492 w 2182"/>
              <a:gd name="T55" fmla="*/ 25 h 42"/>
              <a:gd name="T56" fmla="*/ 112 w 2182"/>
              <a:gd name="T57" fmla="*/ 21 h 42"/>
              <a:gd name="T58" fmla="*/ 112 w 2182"/>
              <a:gd name="T59" fmla="*/ 1 h 42"/>
              <a:gd name="T60" fmla="*/ 262 w 2182"/>
              <a:gd name="T61" fmla="*/ 12 h 42"/>
              <a:gd name="T62" fmla="*/ 12 w 2182"/>
              <a:gd name="T63" fmla="*/ 20 h 42"/>
              <a:gd name="T64" fmla="*/ 0 w 2182"/>
              <a:gd name="T65" fmla="*/ 10 h 42"/>
              <a:gd name="T66" fmla="*/ 12 w 2182"/>
              <a:gd name="T67" fmla="*/ 0 h 42"/>
              <a:gd name="T68" fmla="*/ 12 w 2182"/>
              <a:gd name="T69" fmla="*/ 20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82" h="42">
                <a:moveTo>
                  <a:pt x="2172" y="42"/>
                </a:moveTo>
                <a:lnTo>
                  <a:pt x="2032" y="40"/>
                </a:lnTo>
                <a:cubicBezTo>
                  <a:pt x="2026" y="40"/>
                  <a:pt x="2022" y="36"/>
                  <a:pt x="2022" y="30"/>
                </a:cubicBezTo>
                <a:cubicBezTo>
                  <a:pt x="2022" y="25"/>
                  <a:pt x="2026" y="20"/>
                  <a:pt x="2032" y="20"/>
                </a:cubicBezTo>
                <a:lnTo>
                  <a:pt x="2172" y="22"/>
                </a:lnTo>
                <a:cubicBezTo>
                  <a:pt x="2177" y="22"/>
                  <a:pt x="2182" y="26"/>
                  <a:pt x="2182" y="32"/>
                </a:cubicBezTo>
                <a:cubicBezTo>
                  <a:pt x="2182" y="37"/>
                  <a:pt x="2177" y="42"/>
                  <a:pt x="2172" y="42"/>
                </a:cubicBezTo>
                <a:close/>
                <a:moveTo>
                  <a:pt x="1932" y="39"/>
                </a:moveTo>
                <a:lnTo>
                  <a:pt x="1792" y="38"/>
                </a:lnTo>
                <a:cubicBezTo>
                  <a:pt x="1786" y="38"/>
                  <a:pt x="1782" y="33"/>
                  <a:pt x="1782" y="28"/>
                </a:cubicBezTo>
                <a:cubicBezTo>
                  <a:pt x="1782" y="22"/>
                  <a:pt x="1786" y="18"/>
                  <a:pt x="1792" y="18"/>
                </a:cubicBezTo>
                <a:lnTo>
                  <a:pt x="1932" y="19"/>
                </a:lnTo>
                <a:cubicBezTo>
                  <a:pt x="1938" y="19"/>
                  <a:pt x="1942" y="24"/>
                  <a:pt x="1942" y="29"/>
                </a:cubicBezTo>
                <a:cubicBezTo>
                  <a:pt x="1942" y="35"/>
                  <a:pt x="1937" y="39"/>
                  <a:pt x="1932" y="39"/>
                </a:cubicBezTo>
                <a:close/>
                <a:moveTo>
                  <a:pt x="1692" y="37"/>
                </a:moveTo>
                <a:lnTo>
                  <a:pt x="1552" y="35"/>
                </a:lnTo>
                <a:cubicBezTo>
                  <a:pt x="1546" y="35"/>
                  <a:pt x="1542" y="31"/>
                  <a:pt x="1542" y="25"/>
                </a:cubicBezTo>
                <a:cubicBezTo>
                  <a:pt x="1542" y="20"/>
                  <a:pt x="1546" y="15"/>
                  <a:pt x="1552" y="15"/>
                </a:cubicBezTo>
                <a:lnTo>
                  <a:pt x="1692" y="17"/>
                </a:lnTo>
                <a:cubicBezTo>
                  <a:pt x="1698" y="17"/>
                  <a:pt x="1702" y="21"/>
                  <a:pt x="1702" y="27"/>
                </a:cubicBezTo>
                <a:cubicBezTo>
                  <a:pt x="1702" y="32"/>
                  <a:pt x="1697" y="37"/>
                  <a:pt x="1692" y="37"/>
                </a:cubicBezTo>
                <a:close/>
                <a:moveTo>
                  <a:pt x="1452" y="34"/>
                </a:moveTo>
                <a:lnTo>
                  <a:pt x="1312" y="33"/>
                </a:lnTo>
                <a:cubicBezTo>
                  <a:pt x="1306" y="33"/>
                  <a:pt x="1302" y="28"/>
                  <a:pt x="1302" y="23"/>
                </a:cubicBezTo>
                <a:cubicBezTo>
                  <a:pt x="1302" y="17"/>
                  <a:pt x="1306" y="13"/>
                  <a:pt x="1312" y="13"/>
                </a:cubicBezTo>
                <a:lnTo>
                  <a:pt x="1452" y="14"/>
                </a:lnTo>
                <a:cubicBezTo>
                  <a:pt x="1458" y="14"/>
                  <a:pt x="1462" y="19"/>
                  <a:pt x="1462" y="25"/>
                </a:cubicBezTo>
                <a:cubicBezTo>
                  <a:pt x="1462" y="30"/>
                  <a:pt x="1457" y="34"/>
                  <a:pt x="1452" y="34"/>
                </a:cubicBezTo>
                <a:close/>
                <a:moveTo>
                  <a:pt x="1212" y="32"/>
                </a:moveTo>
                <a:lnTo>
                  <a:pt x="1072" y="31"/>
                </a:lnTo>
                <a:cubicBezTo>
                  <a:pt x="1066" y="31"/>
                  <a:pt x="1062" y="26"/>
                  <a:pt x="1062" y="20"/>
                </a:cubicBezTo>
                <a:cubicBezTo>
                  <a:pt x="1062" y="15"/>
                  <a:pt x="1067" y="11"/>
                  <a:pt x="1072" y="11"/>
                </a:cubicBezTo>
                <a:lnTo>
                  <a:pt x="1212" y="12"/>
                </a:lnTo>
                <a:cubicBezTo>
                  <a:pt x="1218" y="12"/>
                  <a:pt x="1222" y="17"/>
                  <a:pt x="1222" y="22"/>
                </a:cubicBezTo>
                <a:cubicBezTo>
                  <a:pt x="1222" y="28"/>
                  <a:pt x="1217" y="32"/>
                  <a:pt x="1212" y="32"/>
                </a:cubicBezTo>
                <a:close/>
                <a:moveTo>
                  <a:pt x="972" y="30"/>
                </a:moveTo>
                <a:lnTo>
                  <a:pt x="832" y="28"/>
                </a:lnTo>
                <a:cubicBezTo>
                  <a:pt x="826" y="28"/>
                  <a:pt x="822" y="24"/>
                  <a:pt x="822" y="18"/>
                </a:cubicBezTo>
                <a:cubicBezTo>
                  <a:pt x="822" y="13"/>
                  <a:pt x="827" y="8"/>
                  <a:pt x="832" y="8"/>
                </a:cubicBezTo>
                <a:lnTo>
                  <a:pt x="972" y="10"/>
                </a:lnTo>
                <a:cubicBezTo>
                  <a:pt x="978" y="10"/>
                  <a:pt x="982" y="14"/>
                  <a:pt x="982" y="20"/>
                </a:cubicBezTo>
                <a:cubicBezTo>
                  <a:pt x="982" y="25"/>
                  <a:pt x="977" y="30"/>
                  <a:pt x="972" y="30"/>
                </a:cubicBezTo>
                <a:close/>
                <a:moveTo>
                  <a:pt x="732" y="27"/>
                </a:moveTo>
                <a:lnTo>
                  <a:pt x="592" y="26"/>
                </a:lnTo>
                <a:cubicBezTo>
                  <a:pt x="586" y="26"/>
                  <a:pt x="582" y="21"/>
                  <a:pt x="582" y="16"/>
                </a:cubicBezTo>
                <a:cubicBezTo>
                  <a:pt x="582" y="10"/>
                  <a:pt x="587" y="6"/>
                  <a:pt x="592" y="6"/>
                </a:cubicBezTo>
                <a:lnTo>
                  <a:pt x="732" y="7"/>
                </a:lnTo>
                <a:cubicBezTo>
                  <a:pt x="738" y="7"/>
                  <a:pt x="742" y="12"/>
                  <a:pt x="742" y="17"/>
                </a:cubicBezTo>
                <a:cubicBezTo>
                  <a:pt x="742" y="23"/>
                  <a:pt x="737" y="27"/>
                  <a:pt x="732" y="27"/>
                </a:cubicBezTo>
                <a:close/>
                <a:moveTo>
                  <a:pt x="492" y="25"/>
                </a:moveTo>
                <a:lnTo>
                  <a:pt x="352" y="23"/>
                </a:lnTo>
                <a:cubicBezTo>
                  <a:pt x="346" y="23"/>
                  <a:pt x="342" y="19"/>
                  <a:pt x="342" y="13"/>
                </a:cubicBezTo>
                <a:cubicBezTo>
                  <a:pt x="342" y="8"/>
                  <a:pt x="347" y="3"/>
                  <a:pt x="352" y="3"/>
                </a:cubicBezTo>
                <a:lnTo>
                  <a:pt x="492" y="5"/>
                </a:lnTo>
                <a:cubicBezTo>
                  <a:pt x="498" y="5"/>
                  <a:pt x="502" y="9"/>
                  <a:pt x="502" y="15"/>
                </a:cubicBezTo>
                <a:cubicBezTo>
                  <a:pt x="502" y="20"/>
                  <a:pt x="497" y="25"/>
                  <a:pt x="492" y="25"/>
                </a:cubicBezTo>
                <a:close/>
                <a:moveTo>
                  <a:pt x="252" y="22"/>
                </a:moveTo>
                <a:lnTo>
                  <a:pt x="112" y="21"/>
                </a:lnTo>
                <a:cubicBezTo>
                  <a:pt x="106" y="21"/>
                  <a:pt x="102" y="16"/>
                  <a:pt x="102" y="11"/>
                </a:cubicBezTo>
                <a:cubicBezTo>
                  <a:pt x="102" y="5"/>
                  <a:pt x="107" y="1"/>
                  <a:pt x="112" y="1"/>
                </a:cubicBezTo>
                <a:lnTo>
                  <a:pt x="252" y="2"/>
                </a:lnTo>
                <a:cubicBezTo>
                  <a:pt x="258" y="2"/>
                  <a:pt x="262" y="7"/>
                  <a:pt x="262" y="12"/>
                </a:cubicBezTo>
                <a:cubicBezTo>
                  <a:pt x="262" y="18"/>
                  <a:pt x="257" y="22"/>
                  <a:pt x="252" y="22"/>
                </a:cubicBezTo>
                <a:close/>
                <a:moveTo>
                  <a:pt x="12" y="20"/>
                </a:moveTo>
                <a:lnTo>
                  <a:pt x="10" y="20"/>
                </a:lnTo>
                <a:cubicBezTo>
                  <a:pt x="4" y="20"/>
                  <a:pt x="0" y="15"/>
                  <a:pt x="0" y="10"/>
                </a:cubicBezTo>
                <a:cubicBezTo>
                  <a:pt x="0" y="4"/>
                  <a:pt x="5" y="0"/>
                  <a:pt x="10" y="0"/>
                </a:cubicBezTo>
                <a:lnTo>
                  <a:pt x="12" y="0"/>
                </a:lnTo>
                <a:cubicBezTo>
                  <a:pt x="18" y="0"/>
                  <a:pt x="22" y="5"/>
                  <a:pt x="22" y="10"/>
                </a:cubicBezTo>
                <a:cubicBezTo>
                  <a:pt x="22" y="16"/>
                  <a:pt x="17" y="20"/>
                  <a:pt x="12" y="20"/>
                </a:cubicBezTo>
                <a:close/>
              </a:path>
            </a:pathLst>
          </a:custGeom>
          <a:solidFill>
            <a:schemeClr val="bg1"/>
          </a:solidFill>
          <a:ln w="9525" cap="flat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78" name="Freeform 270">
            <a:extLst>
              <a:ext uri="{FF2B5EF4-FFF2-40B4-BE49-F238E27FC236}">
                <a16:creationId xmlns:a16="http://schemas.microsoft.com/office/drawing/2014/main" id="{8D631C40-40AB-4072-9B8D-EC8952D91369}"/>
              </a:ext>
            </a:extLst>
          </p:cNvPr>
          <p:cNvSpPr>
            <a:spLocks/>
          </p:cNvSpPr>
          <p:nvPr/>
        </p:nvSpPr>
        <p:spPr bwMode="auto">
          <a:xfrm>
            <a:off x="3686176" y="4916488"/>
            <a:ext cx="31750" cy="61912"/>
          </a:xfrm>
          <a:custGeom>
            <a:avLst/>
            <a:gdLst>
              <a:gd name="T0" fmla="*/ 20 w 20"/>
              <a:gd name="T1" fmla="*/ 0 h 39"/>
              <a:gd name="T2" fmla="*/ 0 w 20"/>
              <a:gd name="T3" fmla="*/ 19 h 39"/>
              <a:gd name="T4" fmla="*/ 19 w 20"/>
              <a:gd name="T5" fmla="*/ 3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" h="39">
                <a:moveTo>
                  <a:pt x="20" y="0"/>
                </a:moveTo>
                <a:lnTo>
                  <a:pt x="0" y="19"/>
                </a:lnTo>
                <a:lnTo>
                  <a:pt x="19" y="39"/>
                </a:lnTo>
              </a:path>
            </a:pathLst>
          </a:cu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1" name="Oval 273">
            <a:extLst>
              <a:ext uri="{FF2B5EF4-FFF2-40B4-BE49-F238E27FC236}">
                <a16:creationId xmlns:a16="http://schemas.microsoft.com/office/drawing/2014/main" id="{7A877B5D-27CD-4EA8-BB59-8A098D459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7426" y="1971676"/>
            <a:ext cx="1143000" cy="479425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1991897810">
                  <a:custGeom>
                    <a:avLst/>
                    <a:gdLst>
                      <a:gd name="connsiteX0" fmla="*/ 0 w 1143000"/>
                      <a:gd name="connsiteY0" fmla="*/ 239713 h 479425"/>
                      <a:gd name="connsiteX1" fmla="*/ 571500 w 1143000"/>
                      <a:gd name="connsiteY1" fmla="*/ 0 h 479425"/>
                      <a:gd name="connsiteX2" fmla="*/ 1143000 w 1143000"/>
                      <a:gd name="connsiteY2" fmla="*/ 239713 h 479425"/>
                      <a:gd name="connsiteX3" fmla="*/ 571500 w 1143000"/>
                      <a:gd name="connsiteY3" fmla="*/ 479426 h 479425"/>
                      <a:gd name="connsiteX4" fmla="*/ 0 w 1143000"/>
                      <a:gd name="connsiteY4" fmla="*/ 239713 h 4794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3000" h="479425" fill="none" extrusionOk="0">
                        <a:moveTo>
                          <a:pt x="0" y="239713"/>
                        </a:moveTo>
                        <a:cubicBezTo>
                          <a:pt x="-11705" y="92238"/>
                          <a:pt x="317362" y="-31572"/>
                          <a:pt x="571500" y="0"/>
                        </a:cubicBezTo>
                        <a:cubicBezTo>
                          <a:pt x="864300" y="-3446"/>
                          <a:pt x="1174608" y="115947"/>
                          <a:pt x="1143000" y="239713"/>
                        </a:cubicBezTo>
                        <a:cubicBezTo>
                          <a:pt x="1105085" y="350436"/>
                          <a:pt x="859100" y="466359"/>
                          <a:pt x="571500" y="479426"/>
                        </a:cubicBezTo>
                        <a:cubicBezTo>
                          <a:pt x="258982" y="481177"/>
                          <a:pt x="15798" y="373836"/>
                          <a:pt x="0" y="239713"/>
                        </a:cubicBezTo>
                        <a:close/>
                      </a:path>
                      <a:path w="1143000" h="479425" stroke="0" extrusionOk="0">
                        <a:moveTo>
                          <a:pt x="0" y="239713"/>
                        </a:moveTo>
                        <a:cubicBezTo>
                          <a:pt x="-11000" y="154258"/>
                          <a:pt x="225718" y="40996"/>
                          <a:pt x="571500" y="0"/>
                        </a:cubicBezTo>
                        <a:cubicBezTo>
                          <a:pt x="875668" y="-21743"/>
                          <a:pt x="1156183" y="104360"/>
                          <a:pt x="1143000" y="239713"/>
                        </a:cubicBezTo>
                        <a:cubicBezTo>
                          <a:pt x="1197809" y="375400"/>
                          <a:pt x="933800" y="489267"/>
                          <a:pt x="571500" y="479426"/>
                        </a:cubicBezTo>
                        <a:cubicBezTo>
                          <a:pt x="273654" y="479819"/>
                          <a:pt x="12676" y="362413"/>
                          <a:pt x="0" y="23971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3" name="Rectangle 275">
            <a:extLst>
              <a:ext uri="{FF2B5EF4-FFF2-40B4-BE49-F238E27FC236}">
                <a16:creationId xmlns:a16="http://schemas.microsoft.com/office/drawing/2014/main" id="{A61679FD-9220-4AFB-950D-9F4B4C03B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9814" y="2141538"/>
            <a:ext cx="1100138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Фильтрация объектов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4" name="Freeform 276">
            <a:extLst>
              <a:ext uri="{FF2B5EF4-FFF2-40B4-BE49-F238E27FC236}">
                <a16:creationId xmlns:a16="http://schemas.microsoft.com/office/drawing/2014/main" id="{D407D6E1-C392-4506-B7C5-5F64D46DE590}"/>
              </a:ext>
            </a:extLst>
          </p:cNvPr>
          <p:cNvSpPr>
            <a:spLocks noEditPoints="1"/>
          </p:cNvSpPr>
          <p:nvPr/>
        </p:nvSpPr>
        <p:spPr bwMode="auto">
          <a:xfrm>
            <a:off x="9188451" y="2379663"/>
            <a:ext cx="865188" cy="376237"/>
          </a:xfrm>
          <a:custGeom>
            <a:avLst/>
            <a:gdLst>
              <a:gd name="T0" fmla="*/ 2341 w 2477"/>
              <a:gd name="T1" fmla="*/ 76 h 1079"/>
              <a:gd name="T2" fmla="*/ 2334 w 2477"/>
              <a:gd name="T3" fmla="*/ 57 h 1079"/>
              <a:gd name="T4" fmla="*/ 2462 w 2477"/>
              <a:gd name="T5" fmla="*/ 2 h 1079"/>
              <a:gd name="T6" fmla="*/ 2470 w 2477"/>
              <a:gd name="T7" fmla="*/ 20 h 1079"/>
              <a:gd name="T8" fmla="*/ 2121 w 2477"/>
              <a:gd name="T9" fmla="*/ 171 h 1079"/>
              <a:gd name="T10" fmla="*/ 2113 w 2477"/>
              <a:gd name="T11" fmla="*/ 152 h 1079"/>
              <a:gd name="T12" fmla="*/ 2242 w 2477"/>
              <a:gd name="T13" fmla="*/ 97 h 1079"/>
              <a:gd name="T14" fmla="*/ 2250 w 2477"/>
              <a:gd name="T15" fmla="*/ 115 h 1079"/>
              <a:gd name="T16" fmla="*/ 1901 w 2477"/>
              <a:gd name="T17" fmla="*/ 265 h 1079"/>
              <a:gd name="T18" fmla="*/ 1893 w 2477"/>
              <a:gd name="T19" fmla="*/ 247 h 1079"/>
              <a:gd name="T20" fmla="*/ 2034 w 2477"/>
              <a:gd name="T21" fmla="*/ 197 h 1079"/>
              <a:gd name="T22" fmla="*/ 1809 w 2477"/>
              <a:gd name="T23" fmla="*/ 305 h 1079"/>
              <a:gd name="T24" fmla="*/ 1667 w 2477"/>
              <a:gd name="T25" fmla="*/ 355 h 1079"/>
              <a:gd name="T26" fmla="*/ 1801 w 2477"/>
              <a:gd name="T27" fmla="*/ 287 h 1079"/>
              <a:gd name="T28" fmla="*/ 1809 w 2477"/>
              <a:gd name="T29" fmla="*/ 305 h 1079"/>
              <a:gd name="T30" fmla="*/ 1460 w 2477"/>
              <a:gd name="T31" fmla="*/ 455 h 1079"/>
              <a:gd name="T32" fmla="*/ 1452 w 2477"/>
              <a:gd name="T33" fmla="*/ 437 h 1079"/>
              <a:gd name="T34" fmla="*/ 1594 w 2477"/>
              <a:gd name="T35" fmla="*/ 387 h 1079"/>
              <a:gd name="T36" fmla="*/ 1368 w 2477"/>
              <a:gd name="T37" fmla="*/ 495 h 1079"/>
              <a:gd name="T38" fmla="*/ 1226 w 2477"/>
              <a:gd name="T39" fmla="*/ 545 h 1079"/>
              <a:gd name="T40" fmla="*/ 1360 w 2477"/>
              <a:gd name="T41" fmla="*/ 476 h 1079"/>
              <a:gd name="T42" fmla="*/ 1368 w 2477"/>
              <a:gd name="T43" fmla="*/ 495 h 1079"/>
              <a:gd name="T44" fmla="*/ 1019 w 2477"/>
              <a:gd name="T45" fmla="*/ 645 h 1079"/>
              <a:gd name="T46" fmla="*/ 1011 w 2477"/>
              <a:gd name="T47" fmla="*/ 627 h 1079"/>
              <a:gd name="T48" fmla="*/ 1153 w 2477"/>
              <a:gd name="T49" fmla="*/ 577 h 1079"/>
              <a:gd name="T50" fmla="*/ 927 w 2477"/>
              <a:gd name="T51" fmla="*/ 685 h 1079"/>
              <a:gd name="T52" fmla="*/ 785 w 2477"/>
              <a:gd name="T53" fmla="*/ 735 h 1079"/>
              <a:gd name="T54" fmla="*/ 919 w 2477"/>
              <a:gd name="T55" fmla="*/ 666 h 1079"/>
              <a:gd name="T56" fmla="*/ 927 w 2477"/>
              <a:gd name="T57" fmla="*/ 685 h 1079"/>
              <a:gd name="T58" fmla="*/ 578 w 2477"/>
              <a:gd name="T59" fmla="*/ 835 h 1079"/>
              <a:gd name="T60" fmla="*/ 570 w 2477"/>
              <a:gd name="T61" fmla="*/ 816 h 1079"/>
              <a:gd name="T62" fmla="*/ 712 w 2477"/>
              <a:gd name="T63" fmla="*/ 766 h 1079"/>
              <a:gd name="T64" fmla="*/ 486 w 2477"/>
              <a:gd name="T65" fmla="*/ 874 h 1079"/>
              <a:gd name="T66" fmla="*/ 344 w 2477"/>
              <a:gd name="T67" fmla="*/ 924 h 1079"/>
              <a:gd name="T68" fmla="*/ 478 w 2477"/>
              <a:gd name="T69" fmla="*/ 856 h 1079"/>
              <a:gd name="T70" fmla="*/ 486 w 2477"/>
              <a:gd name="T71" fmla="*/ 874 h 1079"/>
              <a:gd name="T72" fmla="*/ 137 w 2477"/>
              <a:gd name="T73" fmla="*/ 1025 h 1079"/>
              <a:gd name="T74" fmla="*/ 129 w 2477"/>
              <a:gd name="T75" fmla="*/ 1006 h 1079"/>
              <a:gd name="T76" fmla="*/ 271 w 2477"/>
              <a:gd name="T77" fmla="*/ 956 h 1079"/>
              <a:gd name="T78" fmla="*/ 45 w 2477"/>
              <a:gd name="T79" fmla="*/ 1064 h 1079"/>
              <a:gd name="T80" fmla="*/ 2 w 2477"/>
              <a:gd name="T81" fmla="*/ 1072 h 1079"/>
              <a:gd name="T82" fmla="*/ 37 w 2477"/>
              <a:gd name="T83" fmla="*/ 1046 h 1079"/>
              <a:gd name="T84" fmla="*/ 50 w 2477"/>
              <a:gd name="T85" fmla="*/ 1051 h 10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477" h="1079">
                <a:moveTo>
                  <a:pt x="2470" y="20"/>
                </a:moveTo>
                <a:lnTo>
                  <a:pt x="2341" y="76"/>
                </a:lnTo>
                <a:cubicBezTo>
                  <a:pt x="2336" y="78"/>
                  <a:pt x="2331" y="76"/>
                  <a:pt x="2328" y="70"/>
                </a:cubicBezTo>
                <a:cubicBezTo>
                  <a:pt x="2326" y="65"/>
                  <a:pt x="2328" y="60"/>
                  <a:pt x="2334" y="57"/>
                </a:cubicBezTo>
                <a:lnTo>
                  <a:pt x="2334" y="57"/>
                </a:lnTo>
                <a:lnTo>
                  <a:pt x="2462" y="2"/>
                </a:lnTo>
                <a:cubicBezTo>
                  <a:pt x="2467" y="0"/>
                  <a:pt x="2473" y="2"/>
                  <a:pt x="2475" y="7"/>
                </a:cubicBezTo>
                <a:cubicBezTo>
                  <a:pt x="2477" y="12"/>
                  <a:pt x="2475" y="18"/>
                  <a:pt x="2470" y="20"/>
                </a:cubicBezTo>
                <a:close/>
                <a:moveTo>
                  <a:pt x="2250" y="115"/>
                </a:moveTo>
                <a:lnTo>
                  <a:pt x="2121" y="171"/>
                </a:lnTo>
                <a:cubicBezTo>
                  <a:pt x="2116" y="173"/>
                  <a:pt x="2110" y="170"/>
                  <a:pt x="2108" y="165"/>
                </a:cubicBezTo>
                <a:cubicBezTo>
                  <a:pt x="2106" y="160"/>
                  <a:pt x="2108" y="154"/>
                  <a:pt x="2113" y="152"/>
                </a:cubicBezTo>
                <a:lnTo>
                  <a:pt x="2242" y="97"/>
                </a:lnTo>
                <a:lnTo>
                  <a:pt x="2242" y="97"/>
                </a:lnTo>
                <a:cubicBezTo>
                  <a:pt x="2247" y="95"/>
                  <a:pt x="2253" y="97"/>
                  <a:pt x="2255" y="102"/>
                </a:cubicBezTo>
                <a:cubicBezTo>
                  <a:pt x="2257" y="107"/>
                  <a:pt x="2255" y="113"/>
                  <a:pt x="2250" y="115"/>
                </a:cubicBezTo>
                <a:close/>
                <a:moveTo>
                  <a:pt x="2029" y="210"/>
                </a:moveTo>
                <a:lnTo>
                  <a:pt x="1901" y="265"/>
                </a:lnTo>
                <a:cubicBezTo>
                  <a:pt x="1896" y="268"/>
                  <a:pt x="1890" y="265"/>
                  <a:pt x="1887" y="260"/>
                </a:cubicBezTo>
                <a:cubicBezTo>
                  <a:pt x="1885" y="255"/>
                  <a:pt x="1888" y="249"/>
                  <a:pt x="1893" y="247"/>
                </a:cubicBezTo>
                <a:lnTo>
                  <a:pt x="2021" y="192"/>
                </a:lnTo>
                <a:cubicBezTo>
                  <a:pt x="2026" y="190"/>
                  <a:pt x="2032" y="192"/>
                  <a:pt x="2034" y="197"/>
                </a:cubicBezTo>
                <a:cubicBezTo>
                  <a:pt x="2037" y="202"/>
                  <a:pt x="2034" y="208"/>
                  <a:pt x="2029" y="210"/>
                </a:cubicBezTo>
                <a:close/>
                <a:moveTo>
                  <a:pt x="1809" y="305"/>
                </a:moveTo>
                <a:lnTo>
                  <a:pt x="1680" y="360"/>
                </a:lnTo>
                <a:cubicBezTo>
                  <a:pt x="1675" y="363"/>
                  <a:pt x="1669" y="360"/>
                  <a:pt x="1667" y="355"/>
                </a:cubicBezTo>
                <a:cubicBezTo>
                  <a:pt x="1665" y="350"/>
                  <a:pt x="1667" y="344"/>
                  <a:pt x="1672" y="342"/>
                </a:cubicBezTo>
                <a:lnTo>
                  <a:pt x="1801" y="287"/>
                </a:lnTo>
                <a:cubicBezTo>
                  <a:pt x="1806" y="284"/>
                  <a:pt x="1812" y="287"/>
                  <a:pt x="1814" y="292"/>
                </a:cubicBezTo>
                <a:cubicBezTo>
                  <a:pt x="1816" y="297"/>
                  <a:pt x="1814" y="303"/>
                  <a:pt x="1809" y="305"/>
                </a:cubicBezTo>
                <a:close/>
                <a:moveTo>
                  <a:pt x="1588" y="400"/>
                </a:moveTo>
                <a:lnTo>
                  <a:pt x="1460" y="455"/>
                </a:lnTo>
                <a:cubicBezTo>
                  <a:pt x="1455" y="457"/>
                  <a:pt x="1449" y="455"/>
                  <a:pt x="1447" y="450"/>
                </a:cubicBezTo>
                <a:cubicBezTo>
                  <a:pt x="1444" y="445"/>
                  <a:pt x="1447" y="439"/>
                  <a:pt x="1452" y="437"/>
                </a:cubicBezTo>
                <a:lnTo>
                  <a:pt x="1580" y="382"/>
                </a:lnTo>
                <a:cubicBezTo>
                  <a:pt x="1585" y="379"/>
                  <a:pt x="1591" y="382"/>
                  <a:pt x="1594" y="387"/>
                </a:cubicBezTo>
                <a:cubicBezTo>
                  <a:pt x="1596" y="392"/>
                  <a:pt x="1593" y="398"/>
                  <a:pt x="1588" y="400"/>
                </a:cubicBezTo>
                <a:close/>
                <a:moveTo>
                  <a:pt x="1368" y="495"/>
                </a:moveTo>
                <a:lnTo>
                  <a:pt x="1239" y="550"/>
                </a:lnTo>
                <a:cubicBezTo>
                  <a:pt x="1234" y="552"/>
                  <a:pt x="1228" y="550"/>
                  <a:pt x="1226" y="545"/>
                </a:cubicBezTo>
                <a:cubicBezTo>
                  <a:pt x="1224" y="540"/>
                  <a:pt x="1226" y="534"/>
                  <a:pt x="1231" y="532"/>
                </a:cubicBezTo>
                <a:lnTo>
                  <a:pt x="1360" y="476"/>
                </a:lnTo>
                <a:cubicBezTo>
                  <a:pt x="1365" y="474"/>
                  <a:pt x="1371" y="477"/>
                  <a:pt x="1373" y="482"/>
                </a:cubicBezTo>
                <a:cubicBezTo>
                  <a:pt x="1375" y="487"/>
                  <a:pt x="1373" y="493"/>
                  <a:pt x="1368" y="495"/>
                </a:cubicBezTo>
                <a:close/>
                <a:moveTo>
                  <a:pt x="1147" y="590"/>
                </a:moveTo>
                <a:lnTo>
                  <a:pt x="1019" y="645"/>
                </a:lnTo>
                <a:cubicBezTo>
                  <a:pt x="1014" y="647"/>
                  <a:pt x="1008" y="645"/>
                  <a:pt x="1006" y="640"/>
                </a:cubicBezTo>
                <a:cubicBezTo>
                  <a:pt x="1003" y="635"/>
                  <a:pt x="1006" y="629"/>
                  <a:pt x="1011" y="627"/>
                </a:cubicBezTo>
                <a:lnTo>
                  <a:pt x="1139" y="571"/>
                </a:lnTo>
                <a:cubicBezTo>
                  <a:pt x="1145" y="569"/>
                  <a:pt x="1150" y="571"/>
                  <a:pt x="1153" y="577"/>
                </a:cubicBezTo>
                <a:cubicBezTo>
                  <a:pt x="1155" y="582"/>
                  <a:pt x="1152" y="587"/>
                  <a:pt x="1147" y="590"/>
                </a:cubicBezTo>
                <a:close/>
                <a:moveTo>
                  <a:pt x="927" y="685"/>
                </a:moveTo>
                <a:lnTo>
                  <a:pt x="798" y="740"/>
                </a:lnTo>
                <a:cubicBezTo>
                  <a:pt x="793" y="742"/>
                  <a:pt x="787" y="740"/>
                  <a:pt x="785" y="735"/>
                </a:cubicBezTo>
                <a:cubicBezTo>
                  <a:pt x="783" y="730"/>
                  <a:pt x="785" y="724"/>
                  <a:pt x="790" y="722"/>
                </a:cubicBezTo>
                <a:lnTo>
                  <a:pt x="919" y="666"/>
                </a:lnTo>
                <a:cubicBezTo>
                  <a:pt x="924" y="664"/>
                  <a:pt x="930" y="666"/>
                  <a:pt x="932" y="671"/>
                </a:cubicBezTo>
                <a:cubicBezTo>
                  <a:pt x="934" y="676"/>
                  <a:pt x="932" y="682"/>
                  <a:pt x="927" y="685"/>
                </a:cubicBezTo>
                <a:close/>
                <a:moveTo>
                  <a:pt x="706" y="779"/>
                </a:moveTo>
                <a:lnTo>
                  <a:pt x="578" y="835"/>
                </a:lnTo>
                <a:cubicBezTo>
                  <a:pt x="573" y="837"/>
                  <a:pt x="567" y="835"/>
                  <a:pt x="565" y="830"/>
                </a:cubicBezTo>
                <a:cubicBezTo>
                  <a:pt x="563" y="824"/>
                  <a:pt x="565" y="819"/>
                  <a:pt x="570" y="816"/>
                </a:cubicBezTo>
                <a:lnTo>
                  <a:pt x="699" y="761"/>
                </a:lnTo>
                <a:cubicBezTo>
                  <a:pt x="704" y="759"/>
                  <a:pt x="710" y="761"/>
                  <a:pt x="712" y="766"/>
                </a:cubicBezTo>
                <a:cubicBezTo>
                  <a:pt x="714" y="771"/>
                  <a:pt x="712" y="777"/>
                  <a:pt x="706" y="779"/>
                </a:cubicBezTo>
                <a:close/>
                <a:moveTo>
                  <a:pt x="486" y="874"/>
                </a:moveTo>
                <a:lnTo>
                  <a:pt x="357" y="930"/>
                </a:lnTo>
                <a:cubicBezTo>
                  <a:pt x="352" y="932"/>
                  <a:pt x="346" y="930"/>
                  <a:pt x="344" y="924"/>
                </a:cubicBezTo>
                <a:cubicBezTo>
                  <a:pt x="342" y="919"/>
                  <a:pt x="344" y="913"/>
                  <a:pt x="350" y="911"/>
                </a:cubicBezTo>
                <a:lnTo>
                  <a:pt x="478" y="856"/>
                </a:lnTo>
                <a:cubicBezTo>
                  <a:pt x="483" y="854"/>
                  <a:pt x="489" y="856"/>
                  <a:pt x="491" y="861"/>
                </a:cubicBezTo>
                <a:cubicBezTo>
                  <a:pt x="493" y="866"/>
                  <a:pt x="491" y="872"/>
                  <a:pt x="486" y="874"/>
                </a:cubicBezTo>
                <a:close/>
                <a:moveTo>
                  <a:pt x="266" y="969"/>
                </a:moveTo>
                <a:lnTo>
                  <a:pt x="137" y="1025"/>
                </a:lnTo>
                <a:cubicBezTo>
                  <a:pt x="132" y="1027"/>
                  <a:pt x="126" y="1024"/>
                  <a:pt x="124" y="1019"/>
                </a:cubicBezTo>
                <a:cubicBezTo>
                  <a:pt x="122" y="1014"/>
                  <a:pt x="124" y="1008"/>
                  <a:pt x="129" y="1006"/>
                </a:cubicBezTo>
                <a:lnTo>
                  <a:pt x="258" y="951"/>
                </a:lnTo>
                <a:cubicBezTo>
                  <a:pt x="263" y="949"/>
                  <a:pt x="269" y="951"/>
                  <a:pt x="271" y="956"/>
                </a:cubicBezTo>
                <a:cubicBezTo>
                  <a:pt x="273" y="961"/>
                  <a:pt x="271" y="967"/>
                  <a:pt x="266" y="969"/>
                </a:cubicBezTo>
                <a:close/>
                <a:moveTo>
                  <a:pt x="45" y="1064"/>
                </a:moveTo>
                <a:lnTo>
                  <a:pt x="15" y="1077"/>
                </a:lnTo>
                <a:cubicBezTo>
                  <a:pt x="10" y="1079"/>
                  <a:pt x="4" y="1077"/>
                  <a:pt x="2" y="1072"/>
                </a:cubicBezTo>
                <a:cubicBezTo>
                  <a:pt x="0" y="1067"/>
                  <a:pt x="2" y="1061"/>
                  <a:pt x="7" y="1059"/>
                </a:cubicBezTo>
                <a:lnTo>
                  <a:pt x="37" y="1046"/>
                </a:lnTo>
                <a:lnTo>
                  <a:pt x="37" y="1046"/>
                </a:lnTo>
                <a:cubicBezTo>
                  <a:pt x="42" y="1044"/>
                  <a:pt x="48" y="1046"/>
                  <a:pt x="50" y="1051"/>
                </a:cubicBezTo>
                <a:cubicBezTo>
                  <a:pt x="53" y="1056"/>
                  <a:pt x="50" y="1062"/>
                  <a:pt x="45" y="1064"/>
                </a:cubicBezTo>
                <a:close/>
              </a:path>
            </a:pathLst>
          </a:custGeom>
          <a:solidFill>
            <a:schemeClr val="bg1"/>
          </a:solidFill>
          <a:ln w="9525" cap="flat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5" name="Freeform 277">
            <a:extLst>
              <a:ext uri="{FF2B5EF4-FFF2-40B4-BE49-F238E27FC236}">
                <a16:creationId xmlns:a16="http://schemas.microsoft.com/office/drawing/2014/main" id="{56572C57-331A-40BF-BFEE-FCCE2BD5303D}"/>
              </a:ext>
            </a:extLst>
          </p:cNvPr>
          <p:cNvSpPr>
            <a:spLocks/>
          </p:cNvSpPr>
          <p:nvPr/>
        </p:nvSpPr>
        <p:spPr bwMode="auto">
          <a:xfrm>
            <a:off x="9193214" y="2713038"/>
            <a:ext cx="39688" cy="55562"/>
          </a:xfrm>
          <a:custGeom>
            <a:avLst/>
            <a:gdLst>
              <a:gd name="T0" fmla="*/ 10 w 25"/>
              <a:gd name="T1" fmla="*/ 0 h 35"/>
              <a:gd name="T2" fmla="*/ 0 w 25"/>
              <a:gd name="T3" fmla="*/ 25 h 35"/>
              <a:gd name="T4" fmla="*/ 25 w 25"/>
              <a:gd name="T5" fmla="*/ 35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5" h="35">
                <a:moveTo>
                  <a:pt x="10" y="0"/>
                </a:moveTo>
                <a:lnTo>
                  <a:pt x="0" y="25"/>
                </a:lnTo>
                <a:lnTo>
                  <a:pt x="25" y="35"/>
                </a:lnTo>
              </a:path>
            </a:pathLst>
          </a:cu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410" name="Группа 409">
            <a:extLst>
              <a:ext uri="{FF2B5EF4-FFF2-40B4-BE49-F238E27FC236}">
                <a16:creationId xmlns:a16="http://schemas.microsoft.com/office/drawing/2014/main" id="{832B0D4E-96AA-4626-8DB7-7C4A23A88D73}"/>
              </a:ext>
            </a:extLst>
          </p:cNvPr>
          <p:cNvGrpSpPr/>
          <p:nvPr/>
        </p:nvGrpSpPr>
        <p:grpSpPr>
          <a:xfrm>
            <a:off x="9351912" y="2480390"/>
            <a:ext cx="682879" cy="123111"/>
            <a:chOff x="12047468" y="2327990"/>
            <a:chExt cx="682879" cy="123111"/>
          </a:xfrm>
        </p:grpSpPr>
        <p:sp>
          <p:nvSpPr>
            <p:cNvPr id="286" name="Rectangle 278">
              <a:extLst>
                <a:ext uri="{FF2B5EF4-FFF2-40B4-BE49-F238E27FC236}">
                  <a16:creationId xmlns:a16="http://schemas.microsoft.com/office/drawing/2014/main" id="{C0262EB4-DD0E-4EFA-9A4A-CA4F577B3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53630"/>
              <a:ext cx="682879" cy="90487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7" name="Rectangle 279">
              <a:extLst>
                <a:ext uri="{FF2B5EF4-FFF2-40B4-BE49-F238E27FC236}">
                  <a16:creationId xmlns:a16="http://schemas.microsoft.com/office/drawing/2014/main" id="{2DF5595D-5A85-43CE-AEAF-3701A2835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27990"/>
              <a:ext cx="68287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Calibri" panose="020F0502020204030204" pitchFamily="34" charset="0"/>
                </a:rPr>
                <a:t>&lt;&lt;расширить&gt;&gt;</a:t>
              </a:r>
              <a:endPara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88" name="Line 280">
            <a:extLst>
              <a:ext uri="{FF2B5EF4-FFF2-40B4-BE49-F238E27FC236}">
                <a16:creationId xmlns:a16="http://schemas.microsoft.com/office/drawing/2014/main" id="{F0E85AE5-B966-456A-A5BC-1D9AED2542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8614" y="3517901"/>
            <a:ext cx="671513" cy="173037"/>
          </a:xfrm>
          <a:prstGeom prst="line">
            <a:avLst/>
          </a:prstGeom>
          <a:noFill/>
          <a:ln w="12700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89" name="Oval 281">
            <a:extLst>
              <a:ext uri="{FF2B5EF4-FFF2-40B4-BE49-F238E27FC236}">
                <a16:creationId xmlns:a16="http://schemas.microsoft.com/office/drawing/2014/main" id="{4F49D926-4FC2-46C4-B639-AC5B8D58E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351" y="3644901"/>
            <a:ext cx="1055688" cy="481012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2355256328">
                  <a:custGeom>
                    <a:avLst/>
                    <a:gdLst>
                      <a:gd name="connsiteX0" fmla="*/ 0 w 1055688"/>
                      <a:gd name="connsiteY0" fmla="*/ 240506 h 481012"/>
                      <a:gd name="connsiteX1" fmla="*/ 527844 w 1055688"/>
                      <a:gd name="connsiteY1" fmla="*/ 0 h 481012"/>
                      <a:gd name="connsiteX2" fmla="*/ 1055688 w 1055688"/>
                      <a:gd name="connsiteY2" fmla="*/ 240506 h 481012"/>
                      <a:gd name="connsiteX3" fmla="*/ 527844 w 1055688"/>
                      <a:gd name="connsiteY3" fmla="*/ 481012 h 481012"/>
                      <a:gd name="connsiteX4" fmla="*/ 0 w 1055688"/>
                      <a:gd name="connsiteY4" fmla="*/ 240506 h 4810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5688" h="481012" fill="none" extrusionOk="0">
                        <a:moveTo>
                          <a:pt x="0" y="240506"/>
                        </a:moveTo>
                        <a:cubicBezTo>
                          <a:pt x="-17644" y="168630"/>
                          <a:pt x="186763" y="26655"/>
                          <a:pt x="527844" y="0"/>
                        </a:cubicBezTo>
                        <a:cubicBezTo>
                          <a:pt x="826042" y="8317"/>
                          <a:pt x="1062154" y="96886"/>
                          <a:pt x="1055688" y="240506"/>
                        </a:cubicBezTo>
                        <a:cubicBezTo>
                          <a:pt x="1031441" y="407634"/>
                          <a:pt x="860439" y="543363"/>
                          <a:pt x="527844" y="481012"/>
                        </a:cubicBezTo>
                        <a:cubicBezTo>
                          <a:pt x="245413" y="460508"/>
                          <a:pt x="4438" y="359619"/>
                          <a:pt x="0" y="240506"/>
                        </a:cubicBezTo>
                        <a:close/>
                      </a:path>
                      <a:path w="1055688" h="481012" stroke="0" extrusionOk="0">
                        <a:moveTo>
                          <a:pt x="0" y="240506"/>
                        </a:moveTo>
                        <a:cubicBezTo>
                          <a:pt x="15202" y="135013"/>
                          <a:pt x="211315" y="-38081"/>
                          <a:pt x="527844" y="0"/>
                        </a:cubicBezTo>
                        <a:cubicBezTo>
                          <a:pt x="844836" y="5647"/>
                          <a:pt x="1050193" y="113202"/>
                          <a:pt x="1055688" y="240506"/>
                        </a:cubicBezTo>
                        <a:cubicBezTo>
                          <a:pt x="1057703" y="353757"/>
                          <a:pt x="894393" y="497951"/>
                          <a:pt x="527844" y="481012"/>
                        </a:cubicBezTo>
                        <a:cubicBezTo>
                          <a:pt x="232648" y="481669"/>
                          <a:pt x="-18502" y="368651"/>
                          <a:pt x="0" y="24050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1" name="Rectangle 283">
            <a:extLst>
              <a:ext uri="{FF2B5EF4-FFF2-40B4-BE49-F238E27FC236}">
                <a16:creationId xmlns:a16="http://schemas.microsoft.com/office/drawing/2014/main" id="{458D1A30-1F24-41CB-B7DA-6596CFD7F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1" y="3748088"/>
            <a:ext cx="66357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Присвоение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2" name="Rectangle 284">
            <a:extLst>
              <a:ext uri="{FF2B5EF4-FFF2-40B4-BE49-F238E27FC236}">
                <a16:creationId xmlns:a16="http://schemas.microsoft.com/office/drawing/2014/main" id="{D9288F7A-2C23-4E65-992D-2393950CF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864" y="3881438"/>
            <a:ext cx="534988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категории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3" name="Freeform 285">
            <a:extLst>
              <a:ext uri="{FF2B5EF4-FFF2-40B4-BE49-F238E27FC236}">
                <a16:creationId xmlns:a16="http://schemas.microsoft.com/office/drawing/2014/main" id="{4DBF7F52-A60F-4B71-B111-C98CCC0C4D45}"/>
              </a:ext>
            </a:extLst>
          </p:cNvPr>
          <p:cNvSpPr>
            <a:spLocks noEditPoints="1"/>
          </p:cNvSpPr>
          <p:nvPr/>
        </p:nvSpPr>
        <p:spPr bwMode="auto">
          <a:xfrm>
            <a:off x="1660526" y="3489326"/>
            <a:ext cx="1536700" cy="303212"/>
          </a:xfrm>
          <a:custGeom>
            <a:avLst/>
            <a:gdLst>
              <a:gd name="T0" fmla="*/ 4243 w 4401"/>
              <a:gd name="T1" fmla="*/ 39 h 869"/>
              <a:gd name="T2" fmla="*/ 4400 w 4401"/>
              <a:gd name="T3" fmla="*/ 9 h 869"/>
              <a:gd name="T4" fmla="*/ 4019 w 4401"/>
              <a:gd name="T5" fmla="*/ 93 h 869"/>
              <a:gd name="T6" fmla="*/ 4152 w 4401"/>
              <a:gd name="T7" fmla="*/ 46 h 869"/>
              <a:gd name="T8" fmla="*/ 3921 w 4401"/>
              <a:gd name="T9" fmla="*/ 112 h 869"/>
              <a:gd name="T10" fmla="*/ 3779 w 4401"/>
              <a:gd name="T11" fmla="*/ 119 h 869"/>
              <a:gd name="T12" fmla="*/ 3921 w 4401"/>
              <a:gd name="T13" fmla="*/ 112 h 869"/>
              <a:gd name="T14" fmla="*/ 3536 w 4401"/>
              <a:gd name="T15" fmla="*/ 176 h 869"/>
              <a:gd name="T16" fmla="*/ 3693 w 4401"/>
              <a:gd name="T17" fmla="*/ 145 h 869"/>
              <a:gd name="T18" fmla="*/ 3312 w 4401"/>
              <a:gd name="T19" fmla="*/ 229 h 869"/>
              <a:gd name="T20" fmla="*/ 3446 w 4401"/>
              <a:gd name="T21" fmla="*/ 183 h 869"/>
              <a:gd name="T22" fmla="*/ 3214 w 4401"/>
              <a:gd name="T23" fmla="*/ 248 h 869"/>
              <a:gd name="T24" fmla="*/ 3072 w 4401"/>
              <a:gd name="T25" fmla="*/ 255 h 869"/>
              <a:gd name="T26" fmla="*/ 3214 w 4401"/>
              <a:gd name="T27" fmla="*/ 248 h 869"/>
              <a:gd name="T28" fmla="*/ 2829 w 4401"/>
              <a:gd name="T29" fmla="*/ 313 h 869"/>
              <a:gd name="T30" fmla="*/ 2986 w 4401"/>
              <a:gd name="T31" fmla="*/ 282 h 869"/>
              <a:gd name="T32" fmla="*/ 2605 w 4401"/>
              <a:gd name="T33" fmla="*/ 366 h 869"/>
              <a:gd name="T34" fmla="*/ 2739 w 4401"/>
              <a:gd name="T35" fmla="*/ 320 h 869"/>
              <a:gd name="T36" fmla="*/ 2507 w 4401"/>
              <a:gd name="T37" fmla="*/ 385 h 869"/>
              <a:gd name="T38" fmla="*/ 2366 w 4401"/>
              <a:gd name="T39" fmla="*/ 392 h 869"/>
              <a:gd name="T40" fmla="*/ 2507 w 4401"/>
              <a:gd name="T41" fmla="*/ 385 h 869"/>
              <a:gd name="T42" fmla="*/ 2122 w 4401"/>
              <a:gd name="T43" fmla="*/ 449 h 869"/>
              <a:gd name="T44" fmla="*/ 2279 w 4401"/>
              <a:gd name="T45" fmla="*/ 419 h 869"/>
              <a:gd name="T46" fmla="*/ 1898 w 4401"/>
              <a:gd name="T47" fmla="*/ 503 h 869"/>
              <a:gd name="T48" fmla="*/ 2032 w 4401"/>
              <a:gd name="T49" fmla="*/ 457 h 869"/>
              <a:gd name="T50" fmla="*/ 1800 w 4401"/>
              <a:gd name="T51" fmla="*/ 522 h 869"/>
              <a:gd name="T52" fmla="*/ 1659 w 4401"/>
              <a:gd name="T53" fmla="*/ 529 h 869"/>
              <a:gd name="T54" fmla="*/ 1800 w 4401"/>
              <a:gd name="T55" fmla="*/ 522 h 869"/>
              <a:gd name="T56" fmla="*/ 1415 w 4401"/>
              <a:gd name="T57" fmla="*/ 586 h 869"/>
              <a:gd name="T58" fmla="*/ 1572 w 4401"/>
              <a:gd name="T59" fmla="*/ 556 h 869"/>
              <a:gd name="T60" fmla="*/ 1191 w 4401"/>
              <a:gd name="T61" fmla="*/ 640 h 869"/>
              <a:gd name="T62" fmla="*/ 1325 w 4401"/>
              <a:gd name="T63" fmla="*/ 593 h 869"/>
              <a:gd name="T64" fmla="*/ 1093 w 4401"/>
              <a:gd name="T65" fmla="*/ 659 h 869"/>
              <a:gd name="T66" fmla="*/ 952 w 4401"/>
              <a:gd name="T67" fmla="*/ 666 h 869"/>
              <a:gd name="T68" fmla="*/ 1093 w 4401"/>
              <a:gd name="T69" fmla="*/ 659 h 869"/>
              <a:gd name="T70" fmla="*/ 708 w 4401"/>
              <a:gd name="T71" fmla="*/ 723 h 869"/>
              <a:gd name="T72" fmla="*/ 865 w 4401"/>
              <a:gd name="T73" fmla="*/ 692 h 869"/>
              <a:gd name="T74" fmla="*/ 484 w 4401"/>
              <a:gd name="T75" fmla="*/ 776 h 869"/>
              <a:gd name="T76" fmla="*/ 618 w 4401"/>
              <a:gd name="T77" fmla="*/ 730 h 869"/>
              <a:gd name="T78" fmla="*/ 386 w 4401"/>
              <a:gd name="T79" fmla="*/ 795 h 869"/>
              <a:gd name="T80" fmla="*/ 245 w 4401"/>
              <a:gd name="T81" fmla="*/ 802 h 869"/>
              <a:gd name="T82" fmla="*/ 386 w 4401"/>
              <a:gd name="T83" fmla="*/ 795 h 869"/>
              <a:gd name="T84" fmla="*/ 1 w 4401"/>
              <a:gd name="T85" fmla="*/ 860 h 869"/>
              <a:gd name="T86" fmla="*/ 158 w 4401"/>
              <a:gd name="T87" fmla="*/ 829 h 8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401" h="869">
                <a:moveTo>
                  <a:pt x="4392" y="20"/>
                </a:moveTo>
                <a:lnTo>
                  <a:pt x="4254" y="47"/>
                </a:lnTo>
                <a:cubicBezTo>
                  <a:pt x="4249" y="48"/>
                  <a:pt x="4244" y="45"/>
                  <a:pt x="4243" y="39"/>
                </a:cubicBezTo>
                <a:cubicBezTo>
                  <a:pt x="4242" y="34"/>
                  <a:pt x="4245" y="28"/>
                  <a:pt x="4251" y="27"/>
                </a:cubicBezTo>
                <a:lnTo>
                  <a:pt x="4388" y="1"/>
                </a:lnTo>
                <a:cubicBezTo>
                  <a:pt x="4393" y="0"/>
                  <a:pt x="4399" y="3"/>
                  <a:pt x="4400" y="9"/>
                </a:cubicBezTo>
                <a:cubicBezTo>
                  <a:pt x="4401" y="14"/>
                  <a:pt x="4397" y="19"/>
                  <a:pt x="4392" y="20"/>
                </a:cubicBezTo>
                <a:close/>
                <a:moveTo>
                  <a:pt x="4156" y="66"/>
                </a:moveTo>
                <a:lnTo>
                  <a:pt x="4019" y="93"/>
                </a:lnTo>
                <a:cubicBezTo>
                  <a:pt x="4013" y="94"/>
                  <a:pt x="4008" y="90"/>
                  <a:pt x="4007" y="85"/>
                </a:cubicBezTo>
                <a:cubicBezTo>
                  <a:pt x="4006" y="79"/>
                  <a:pt x="4010" y="74"/>
                  <a:pt x="4015" y="73"/>
                </a:cubicBezTo>
                <a:lnTo>
                  <a:pt x="4152" y="46"/>
                </a:lnTo>
                <a:cubicBezTo>
                  <a:pt x="4158" y="45"/>
                  <a:pt x="4163" y="49"/>
                  <a:pt x="4164" y="54"/>
                </a:cubicBezTo>
                <a:cubicBezTo>
                  <a:pt x="4165" y="60"/>
                  <a:pt x="4162" y="65"/>
                  <a:pt x="4156" y="66"/>
                </a:cubicBezTo>
                <a:close/>
                <a:moveTo>
                  <a:pt x="3921" y="112"/>
                </a:moveTo>
                <a:lnTo>
                  <a:pt x="3783" y="138"/>
                </a:lnTo>
                <a:cubicBezTo>
                  <a:pt x="3778" y="139"/>
                  <a:pt x="3772" y="136"/>
                  <a:pt x="3771" y="130"/>
                </a:cubicBezTo>
                <a:cubicBezTo>
                  <a:pt x="3770" y="125"/>
                  <a:pt x="3774" y="120"/>
                  <a:pt x="3779" y="119"/>
                </a:cubicBezTo>
                <a:lnTo>
                  <a:pt x="3917" y="92"/>
                </a:lnTo>
                <a:cubicBezTo>
                  <a:pt x="3922" y="91"/>
                  <a:pt x="3927" y="94"/>
                  <a:pt x="3929" y="100"/>
                </a:cubicBezTo>
                <a:cubicBezTo>
                  <a:pt x="3930" y="105"/>
                  <a:pt x="3926" y="111"/>
                  <a:pt x="3921" y="112"/>
                </a:cubicBezTo>
                <a:close/>
                <a:moveTo>
                  <a:pt x="3685" y="157"/>
                </a:moveTo>
                <a:lnTo>
                  <a:pt x="3548" y="184"/>
                </a:lnTo>
                <a:cubicBezTo>
                  <a:pt x="3542" y="185"/>
                  <a:pt x="3537" y="181"/>
                  <a:pt x="3536" y="176"/>
                </a:cubicBezTo>
                <a:cubicBezTo>
                  <a:pt x="3535" y="170"/>
                  <a:pt x="3538" y="165"/>
                  <a:pt x="3544" y="164"/>
                </a:cubicBezTo>
                <a:lnTo>
                  <a:pt x="3681" y="138"/>
                </a:lnTo>
                <a:cubicBezTo>
                  <a:pt x="3687" y="137"/>
                  <a:pt x="3692" y="140"/>
                  <a:pt x="3693" y="145"/>
                </a:cubicBezTo>
                <a:cubicBezTo>
                  <a:pt x="3694" y="151"/>
                  <a:pt x="3690" y="156"/>
                  <a:pt x="3685" y="157"/>
                </a:cubicBezTo>
                <a:close/>
                <a:moveTo>
                  <a:pt x="3449" y="203"/>
                </a:moveTo>
                <a:lnTo>
                  <a:pt x="3312" y="229"/>
                </a:lnTo>
                <a:cubicBezTo>
                  <a:pt x="3306" y="230"/>
                  <a:pt x="3301" y="227"/>
                  <a:pt x="3300" y="221"/>
                </a:cubicBezTo>
                <a:cubicBezTo>
                  <a:pt x="3299" y="216"/>
                  <a:pt x="3303" y="211"/>
                  <a:pt x="3308" y="210"/>
                </a:cubicBezTo>
                <a:lnTo>
                  <a:pt x="3446" y="183"/>
                </a:lnTo>
                <a:cubicBezTo>
                  <a:pt x="3451" y="182"/>
                  <a:pt x="3456" y="186"/>
                  <a:pt x="3457" y="191"/>
                </a:cubicBezTo>
                <a:cubicBezTo>
                  <a:pt x="3458" y="196"/>
                  <a:pt x="3455" y="202"/>
                  <a:pt x="3449" y="203"/>
                </a:cubicBezTo>
                <a:close/>
                <a:moveTo>
                  <a:pt x="3214" y="248"/>
                </a:moveTo>
                <a:lnTo>
                  <a:pt x="3076" y="275"/>
                </a:lnTo>
                <a:cubicBezTo>
                  <a:pt x="3071" y="276"/>
                  <a:pt x="3066" y="272"/>
                  <a:pt x="3065" y="267"/>
                </a:cubicBezTo>
                <a:cubicBezTo>
                  <a:pt x="3063" y="262"/>
                  <a:pt x="3067" y="256"/>
                  <a:pt x="3072" y="255"/>
                </a:cubicBezTo>
                <a:lnTo>
                  <a:pt x="3210" y="229"/>
                </a:lnTo>
                <a:cubicBezTo>
                  <a:pt x="3215" y="228"/>
                  <a:pt x="3221" y="231"/>
                  <a:pt x="3222" y="237"/>
                </a:cubicBezTo>
                <a:cubicBezTo>
                  <a:pt x="3223" y="242"/>
                  <a:pt x="3219" y="247"/>
                  <a:pt x="3214" y="248"/>
                </a:cubicBezTo>
                <a:close/>
                <a:moveTo>
                  <a:pt x="2978" y="294"/>
                </a:moveTo>
                <a:lnTo>
                  <a:pt x="2841" y="321"/>
                </a:lnTo>
                <a:cubicBezTo>
                  <a:pt x="2835" y="322"/>
                  <a:pt x="2830" y="318"/>
                  <a:pt x="2829" y="313"/>
                </a:cubicBezTo>
                <a:cubicBezTo>
                  <a:pt x="2828" y="307"/>
                  <a:pt x="2831" y="302"/>
                  <a:pt x="2837" y="301"/>
                </a:cubicBezTo>
                <a:lnTo>
                  <a:pt x="2974" y="274"/>
                </a:lnTo>
                <a:cubicBezTo>
                  <a:pt x="2980" y="273"/>
                  <a:pt x="2985" y="277"/>
                  <a:pt x="2986" y="282"/>
                </a:cubicBezTo>
                <a:cubicBezTo>
                  <a:pt x="2987" y="288"/>
                  <a:pt x="2983" y="293"/>
                  <a:pt x="2978" y="294"/>
                </a:cubicBezTo>
                <a:close/>
                <a:moveTo>
                  <a:pt x="2742" y="340"/>
                </a:moveTo>
                <a:lnTo>
                  <a:pt x="2605" y="366"/>
                </a:lnTo>
                <a:cubicBezTo>
                  <a:pt x="2600" y="367"/>
                  <a:pt x="2594" y="364"/>
                  <a:pt x="2593" y="358"/>
                </a:cubicBezTo>
                <a:cubicBezTo>
                  <a:pt x="2592" y="353"/>
                  <a:pt x="2596" y="348"/>
                  <a:pt x="2601" y="346"/>
                </a:cubicBezTo>
                <a:lnTo>
                  <a:pt x="2739" y="320"/>
                </a:lnTo>
                <a:cubicBezTo>
                  <a:pt x="2744" y="319"/>
                  <a:pt x="2749" y="322"/>
                  <a:pt x="2750" y="328"/>
                </a:cubicBezTo>
                <a:cubicBezTo>
                  <a:pt x="2751" y="333"/>
                  <a:pt x="2748" y="338"/>
                  <a:pt x="2742" y="340"/>
                </a:cubicBezTo>
                <a:close/>
                <a:moveTo>
                  <a:pt x="2507" y="385"/>
                </a:moveTo>
                <a:lnTo>
                  <a:pt x="2369" y="412"/>
                </a:lnTo>
                <a:cubicBezTo>
                  <a:pt x="2364" y="413"/>
                  <a:pt x="2359" y="409"/>
                  <a:pt x="2358" y="404"/>
                </a:cubicBezTo>
                <a:cubicBezTo>
                  <a:pt x="2357" y="398"/>
                  <a:pt x="2360" y="393"/>
                  <a:pt x="2366" y="392"/>
                </a:cubicBezTo>
                <a:lnTo>
                  <a:pt x="2503" y="365"/>
                </a:lnTo>
                <a:cubicBezTo>
                  <a:pt x="2508" y="364"/>
                  <a:pt x="2514" y="368"/>
                  <a:pt x="2515" y="373"/>
                </a:cubicBezTo>
                <a:cubicBezTo>
                  <a:pt x="2516" y="379"/>
                  <a:pt x="2512" y="384"/>
                  <a:pt x="2507" y="385"/>
                </a:cubicBezTo>
                <a:close/>
                <a:moveTo>
                  <a:pt x="2271" y="431"/>
                </a:moveTo>
                <a:lnTo>
                  <a:pt x="2134" y="457"/>
                </a:lnTo>
                <a:cubicBezTo>
                  <a:pt x="2128" y="458"/>
                  <a:pt x="2123" y="455"/>
                  <a:pt x="2122" y="449"/>
                </a:cubicBezTo>
                <a:cubicBezTo>
                  <a:pt x="2121" y="444"/>
                  <a:pt x="2124" y="439"/>
                  <a:pt x="2130" y="438"/>
                </a:cubicBezTo>
                <a:lnTo>
                  <a:pt x="2267" y="411"/>
                </a:lnTo>
                <a:cubicBezTo>
                  <a:pt x="2273" y="410"/>
                  <a:pt x="2278" y="414"/>
                  <a:pt x="2279" y="419"/>
                </a:cubicBezTo>
                <a:cubicBezTo>
                  <a:pt x="2280" y="424"/>
                  <a:pt x="2277" y="430"/>
                  <a:pt x="2271" y="431"/>
                </a:cubicBezTo>
                <a:close/>
                <a:moveTo>
                  <a:pt x="2036" y="476"/>
                </a:moveTo>
                <a:lnTo>
                  <a:pt x="1898" y="503"/>
                </a:lnTo>
                <a:cubicBezTo>
                  <a:pt x="1893" y="504"/>
                  <a:pt x="1887" y="500"/>
                  <a:pt x="1886" y="495"/>
                </a:cubicBezTo>
                <a:cubicBezTo>
                  <a:pt x="1885" y="490"/>
                  <a:pt x="1889" y="484"/>
                  <a:pt x="1894" y="483"/>
                </a:cubicBezTo>
                <a:lnTo>
                  <a:pt x="2032" y="457"/>
                </a:lnTo>
                <a:cubicBezTo>
                  <a:pt x="2037" y="456"/>
                  <a:pt x="2042" y="459"/>
                  <a:pt x="2043" y="465"/>
                </a:cubicBezTo>
                <a:cubicBezTo>
                  <a:pt x="2045" y="470"/>
                  <a:pt x="2041" y="475"/>
                  <a:pt x="2036" y="476"/>
                </a:cubicBezTo>
                <a:close/>
                <a:moveTo>
                  <a:pt x="1800" y="522"/>
                </a:moveTo>
                <a:lnTo>
                  <a:pt x="1662" y="548"/>
                </a:lnTo>
                <a:cubicBezTo>
                  <a:pt x="1657" y="549"/>
                  <a:pt x="1652" y="546"/>
                  <a:pt x="1651" y="541"/>
                </a:cubicBezTo>
                <a:cubicBezTo>
                  <a:pt x="1650" y="535"/>
                  <a:pt x="1653" y="530"/>
                  <a:pt x="1659" y="529"/>
                </a:cubicBezTo>
                <a:lnTo>
                  <a:pt x="1796" y="502"/>
                </a:lnTo>
                <a:cubicBezTo>
                  <a:pt x="1802" y="501"/>
                  <a:pt x="1807" y="505"/>
                  <a:pt x="1808" y="510"/>
                </a:cubicBezTo>
                <a:cubicBezTo>
                  <a:pt x="1809" y="516"/>
                  <a:pt x="1805" y="521"/>
                  <a:pt x="1800" y="522"/>
                </a:cubicBezTo>
                <a:close/>
                <a:moveTo>
                  <a:pt x="1564" y="567"/>
                </a:moveTo>
                <a:lnTo>
                  <a:pt x="1427" y="594"/>
                </a:lnTo>
                <a:cubicBezTo>
                  <a:pt x="1421" y="595"/>
                  <a:pt x="1416" y="592"/>
                  <a:pt x="1415" y="586"/>
                </a:cubicBezTo>
                <a:cubicBezTo>
                  <a:pt x="1414" y="581"/>
                  <a:pt x="1418" y="575"/>
                  <a:pt x="1423" y="574"/>
                </a:cubicBezTo>
                <a:lnTo>
                  <a:pt x="1560" y="548"/>
                </a:lnTo>
                <a:cubicBezTo>
                  <a:pt x="1566" y="547"/>
                  <a:pt x="1571" y="550"/>
                  <a:pt x="1572" y="556"/>
                </a:cubicBezTo>
                <a:cubicBezTo>
                  <a:pt x="1573" y="561"/>
                  <a:pt x="1570" y="566"/>
                  <a:pt x="1564" y="567"/>
                </a:cubicBezTo>
                <a:close/>
                <a:moveTo>
                  <a:pt x="1329" y="613"/>
                </a:moveTo>
                <a:lnTo>
                  <a:pt x="1191" y="640"/>
                </a:lnTo>
                <a:cubicBezTo>
                  <a:pt x="1186" y="641"/>
                  <a:pt x="1181" y="637"/>
                  <a:pt x="1179" y="632"/>
                </a:cubicBezTo>
                <a:cubicBezTo>
                  <a:pt x="1178" y="626"/>
                  <a:pt x="1182" y="621"/>
                  <a:pt x="1187" y="620"/>
                </a:cubicBezTo>
                <a:lnTo>
                  <a:pt x="1325" y="593"/>
                </a:lnTo>
                <a:cubicBezTo>
                  <a:pt x="1330" y="592"/>
                  <a:pt x="1336" y="596"/>
                  <a:pt x="1337" y="601"/>
                </a:cubicBezTo>
                <a:cubicBezTo>
                  <a:pt x="1338" y="607"/>
                  <a:pt x="1334" y="612"/>
                  <a:pt x="1329" y="613"/>
                </a:cubicBezTo>
                <a:close/>
                <a:moveTo>
                  <a:pt x="1093" y="659"/>
                </a:moveTo>
                <a:lnTo>
                  <a:pt x="956" y="685"/>
                </a:lnTo>
                <a:cubicBezTo>
                  <a:pt x="950" y="686"/>
                  <a:pt x="945" y="683"/>
                  <a:pt x="944" y="677"/>
                </a:cubicBezTo>
                <a:cubicBezTo>
                  <a:pt x="943" y="672"/>
                  <a:pt x="946" y="667"/>
                  <a:pt x="952" y="666"/>
                </a:cubicBezTo>
                <a:lnTo>
                  <a:pt x="1089" y="639"/>
                </a:lnTo>
                <a:cubicBezTo>
                  <a:pt x="1095" y="638"/>
                  <a:pt x="1100" y="641"/>
                  <a:pt x="1101" y="647"/>
                </a:cubicBezTo>
                <a:cubicBezTo>
                  <a:pt x="1102" y="652"/>
                  <a:pt x="1098" y="658"/>
                  <a:pt x="1093" y="659"/>
                </a:cubicBezTo>
                <a:close/>
                <a:moveTo>
                  <a:pt x="857" y="704"/>
                </a:moveTo>
                <a:lnTo>
                  <a:pt x="720" y="731"/>
                </a:lnTo>
                <a:cubicBezTo>
                  <a:pt x="715" y="732"/>
                  <a:pt x="709" y="728"/>
                  <a:pt x="708" y="723"/>
                </a:cubicBezTo>
                <a:cubicBezTo>
                  <a:pt x="707" y="717"/>
                  <a:pt x="711" y="712"/>
                  <a:pt x="716" y="711"/>
                </a:cubicBezTo>
                <a:lnTo>
                  <a:pt x="854" y="685"/>
                </a:lnTo>
                <a:cubicBezTo>
                  <a:pt x="859" y="684"/>
                  <a:pt x="864" y="687"/>
                  <a:pt x="865" y="692"/>
                </a:cubicBezTo>
                <a:cubicBezTo>
                  <a:pt x="866" y="698"/>
                  <a:pt x="863" y="703"/>
                  <a:pt x="857" y="704"/>
                </a:cubicBezTo>
                <a:close/>
                <a:moveTo>
                  <a:pt x="622" y="750"/>
                </a:moveTo>
                <a:lnTo>
                  <a:pt x="484" y="776"/>
                </a:lnTo>
                <a:cubicBezTo>
                  <a:pt x="479" y="777"/>
                  <a:pt x="474" y="774"/>
                  <a:pt x="473" y="768"/>
                </a:cubicBezTo>
                <a:cubicBezTo>
                  <a:pt x="472" y="763"/>
                  <a:pt x="475" y="758"/>
                  <a:pt x="480" y="757"/>
                </a:cubicBezTo>
                <a:lnTo>
                  <a:pt x="618" y="730"/>
                </a:lnTo>
                <a:cubicBezTo>
                  <a:pt x="623" y="729"/>
                  <a:pt x="629" y="733"/>
                  <a:pt x="630" y="738"/>
                </a:cubicBezTo>
                <a:cubicBezTo>
                  <a:pt x="631" y="743"/>
                  <a:pt x="627" y="749"/>
                  <a:pt x="622" y="750"/>
                </a:cubicBezTo>
                <a:close/>
                <a:moveTo>
                  <a:pt x="386" y="795"/>
                </a:moveTo>
                <a:lnTo>
                  <a:pt x="249" y="822"/>
                </a:lnTo>
                <a:cubicBezTo>
                  <a:pt x="243" y="823"/>
                  <a:pt x="238" y="819"/>
                  <a:pt x="237" y="814"/>
                </a:cubicBezTo>
                <a:cubicBezTo>
                  <a:pt x="236" y="809"/>
                  <a:pt x="239" y="803"/>
                  <a:pt x="245" y="802"/>
                </a:cubicBezTo>
                <a:lnTo>
                  <a:pt x="382" y="776"/>
                </a:lnTo>
                <a:cubicBezTo>
                  <a:pt x="388" y="775"/>
                  <a:pt x="393" y="778"/>
                  <a:pt x="394" y="784"/>
                </a:cubicBezTo>
                <a:cubicBezTo>
                  <a:pt x="395" y="789"/>
                  <a:pt x="392" y="794"/>
                  <a:pt x="386" y="795"/>
                </a:cubicBezTo>
                <a:close/>
                <a:moveTo>
                  <a:pt x="150" y="841"/>
                </a:moveTo>
                <a:lnTo>
                  <a:pt x="13" y="868"/>
                </a:lnTo>
                <a:cubicBezTo>
                  <a:pt x="8" y="869"/>
                  <a:pt x="2" y="865"/>
                  <a:pt x="1" y="860"/>
                </a:cubicBezTo>
                <a:cubicBezTo>
                  <a:pt x="0" y="854"/>
                  <a:pt x="4" y="849"/>
                  <a:pt x="9" y="848"/>
                </a:cubicBezTo>
                <a:lnTo>
                  <a:pt x="147" y="821"/>
                </a:lnTo>
                <a:cubicBezTo>
                  <a:pt x="152" y="820"/>
                  <a:pt x="157" y="824"/>
                  <a:pt x="158" y="829"/>
                </a:cubicBezTo>
                <a:cubicBezTo>
                  <a:pt x="159" y="835"/>
                  <a:pt x="156" y="840"/>
                  <a:pt x="150" y="841"/>
                </a:cubicBezTo>
                <a:close/>
              </a:path>
            </a:pathLst>
          </a:custGeom>
          <a:solidFill>
            <a:schemeClr val="bg1"/>
          </a:solidFill>
          <a:ln w="12700" cap="flat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94" name="Freeform 286">
            <a:extLst>
              <a:ext uri="{FF2B5EF4-FFF2-40B4-BE49-F238E27FC236}">
                <a16:creationId xmlns:a16="http://schemas.microsoft.com/office/drawing/2014/main" id="{206C3D20-955D-4D2A-8CCB-0F3E08264696}"/>
              </a:ext>
            </a:extLst>
          </p:cNvPr>
          <p:cNvSpPr>
            <a:spLocks/>
          </p:cNvSpPr>
          <p:nvPr/>
        </p:nvSpPr>
        <p:spPr bwMode="auto">
          <a:xfrm>
            <a:off x="1655764" y="3756026"/>
            <a:ext cx="34925" cy="58737"/>
          </a:xfrm>
          <a:custGeom>
            <a:avLst/>
            <a:gdLst>
              <a:gd name="T0" fmla="*/ 15 w 22"/>
              <a:gd name="T1" fmla="*/ 0 h 37"/>
              <a:gd name="T2" fmla="*/ 0 w 22"/>
              <a:gd name="T3" fmla="*/ 22 h 37"/>
              <a:gd name="T4" fmla="*/ 22 w 22"/>
              <a:gd name="T5" fmla="*/ 37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" h="37">
                <a:moveTo>
                  <a:pt x="15" y="0"/>
                </a:moveTo>
                <a:lnTo>
                  <a:pt x="0" y="22"/>
                </a:lnTo>
                <a:lnTo>
                  <a:pt x="22" y="37"/>
                </a:lnTo>
              </a:path>
            </a:pathLst>
          </a:cu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7" name="Line 289">
            <a:extLst>
              <a:ext uri="{FF2B5EF4-FFF2-40B4-BE49-F238E27FC236}">
                <a16:creationId xmlns:a16="http://schemas.microsoft.com/office/drawing/2014/main" id="{DAE00E48-6F92-45DA-9E30-4C0BCB7A4DFA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7889" y="2943226"/>
            <a:ext cx="1022350" cy="636587"/>
          </a:xfrm>
          <a:prstGeom prst="line">
            <a:avLst/>
          </a:prstGeom>
          <a:noFill/>
          <a:ln w="952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8" name="Freeform 290">
            <a:extLst>
              <a:ext uri="{FF2B5EF4-FFF2-40B4-BE49-F238E27FC236}">
                <a16:creationId xmlns:a16="http://schemas.microsoft.com/office/drawing/2014/main" id="{6AFBEE5B-EA1B-4CC1-AFA4-C4139DBB7BB8}"/>
              </a:ext>
            </a:extLst>
          </p:cNvPr>
          <p:cNvSpPr>
            <a:spLocks/>
          </p:cNvSpPr>
          <p:nvPr/>
        </p:nvSpPr>
        <p:spPr bwMode="auto">
          <a:xfrm>
            <a:off x="8234364" y="3554413"/>
            <a:ext cx="93663" cy="73025"/>
          </a:xfrm>
          <a:custGeom>
            <a:avLst/>
            <a:gdLst>
              <a:gd name="T0" fmla="*/ 0 w 59"/>
              <a:gd name="T1" fmla="*/ 32 h 46"/>
              <a:gd name="T2" fmla="*/ 59 w 59"/>
              <a:gd name="T3" fmla="*/ 46 h 46"/>
              <a:gd name="T4" fmla="*/ 20 w 59"/>
              <a:gd name="T5" fmla="*/ 0 h 46"/>
              <a:gd name="T6" fmla="*/ 0 w 59"/>
              <a:gd name="T7" fmla="*/ 32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9" h="46">
                <a:moveTo>
                  <a:pt x="0" y="32"/>
                </a:moveTo>
                <a:lnTo>
                  <a:pt x="59" y="46"/>
                </a:lnTo>
                <a:lnTo>
                  <a:pt x="20" y="0"/>
                </a:lnTo>
                <a:lnTo>
                  <a:pt x="0" y="32"/>
                </a:lnTo>
                <a:close/>
              </a:path>
            </a:pathLst>
          </a:cu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9" name="Oval 291">
            <a:extLst>
              <a:ext uri="{FF2B5EF4-FFF2-40B4-BE49-F238E27FC236}">
                <a16:creationId xmlns:a16="http://schemas.microsoft.com/office/drawing/2014/main" id="{E1C83A08-211F-48B5-809E-F3905FF82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0601" y="4191001"/>
            <a:ext cx="1157288" cy="481012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2468137477">
                  <a:custGeom>
                    <a:avLst/>
                    <a:gdLst>
                      <a:gd name="connsiteX0" fmla="*/ 0 w 1157288"/>
                      <a:gd name="connsiteY0" fmla="*/ 240506 h 481012"/>
                      <a:gd name="connsiteX1" fmla="*/ 578644 w 1157288"/>
                      <a:gd name="connsiteY1" fmla="*/ 0 h 481012"/>
                      <a:gd name="connsiteX2" fmla="*/ 1157288 w 1157288"/>
                      <a:gd name="connsiteY2" fmla="*/ 240506 h 481012"/>
                      <a:gd name="connsiteX3" fmla="*/ 578644 w 1157288"/>
                      <a:gd name="connsiteY3" fmla="*/ 481012 h 481012"/>
                      <a:gd name="connsiteX4" fmla="*/ 0 w 1157288"/>
                      <a:gd name="connsiteY4" fmla="*/ 240506 h 4810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57288" h="481012" fill="none" extrusionOk="0">
                        <a:moveTo>
                          <a:pt x="0" y="240506"/>
                        </a:moveTo>
                        <a:cubicBezTo>
                          <a:pt x="66827" y="117907"/>
                          <a:pt x="329887" y="33696"/>
                          <a:pt x="578644" y="0"/>
                        </a:cubicBezTo>
                        <a:cubicBezTo>
                          <a:pt x="897130" y="-4773"/>
                          <a:pt x="1145674" y="112189"/>
                          <a:pt x="1157288" y="240506"/>
                        </a:cubicBezTo>
                        <a:cubicBezTo>
                          <a:pt x="1196441" y="410290"/>
                          <a:pt x="885009" y="479538"/>
                          <a:pt x="578644" y="481012"/>
                        </a:cubicBezTo>
                        <a:cubicBezTo>
                          <a:pt x="252056" y="480972"/>
                          <a:pt x="-36692" y="388756"/>
                          <a:pt x="0" y="240506"/>
                        </a:cubicBezTo>
                        <a:close/>
                      </a:path>
                      <a:path w="1157288" h="481012" stroke="0" extrusionOk="0">
                        <a:moveTo>
                          <a:pt x="0" y="240506"/>
                        </a:moveTo>
                        <a:cubicBezTo>
                          <a:pt x="-6495" y="71781"/>
                          <a:pt x="250936" y="-44343"/>
                          <a:pt x="578644" y="0"/>
                        </a:cubicBezTo>
                        <a:cubicBezTo>
                          <a:pt x="870177" y="17237"/>
                          <a:pt x="1144473" y="99762"/>
                          <a:pt x="1157288" y="240506"/>
                        </a:cubicBezTo>
                        <a:cubicBezTo>
                          <a:pt x="1133726" y="372014"/>
                          <a:pt x="893868" y="505286"/>
                          <a:pt x="578644" y="481012"/>
                        </a:cubicBezTo>
                        <a:cubicBezTo>
                          <a:pt x="229600" y="504060"/>
                          <a:pt x="-19949" y="352998"/>
                          <a:pt x="0" y="24050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1" name="Rectangle 293">
            <a:extLst>
              <a:ext uri="{FF2B5EF4-FFF2-40B4-BE49-F238E27FC236}">
                <a16:creationId xmlns:a16="http://schemas.microsoft.com/office/drawing/2014/main" id="{8EF6A6CF-7C70-499A-AD90-A61A36E8A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5876" y="4227513"/>
            <a:ext cx="6540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Управление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2" name="Rectangle 294">
            <a:extLst>
              <a:ext uri="{FF2B5EF4-FFF2-40B4-BE49-F238E27FC236}">
                <a16:creationId xmlns:a16="http://schemas.microsoft.com/office/drawing/2014/main" id="{CE5C1588-AD65-44AD-86B5-9CFB7803B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76" y="4360863"/>
            <a:ext cx="681038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объектами в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3" name="Rectangle 295">
            <a:extLst>
              <a:ext uri="{FF2B5EF4-FFF2-40B4-BE49-F238E27FC236}">
                <a16:creationId xmlns:a16="http://schemas.microsoft.com/office/drawing/2014/main" id="{5821D86C-6308-4D7C-AF43-31DEECC7A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4926" y="4495801"/>
            <a:ext cx="592138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избранном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4" name="Line 296">
            <a:extLst>
              <a:ext uri="{FF2B5EF4-FFF2-40B4-BE49-F238E27FC236}">
                <a16:creationId xmlns:a16="http://schemas.microsoft.com/office/drawing/2014/main" id="{4AF4AA2A-0DFE-4973-ACAF-81BB5AEB82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7626" y="3798888"/>
            <a:ext cx="1112838" cy="463550"/>
          </a:xfrm>
          <a:prstGeom prst="line">
            <a:avLst/>
          </a:prstGeom>
          <a:noFill/>
          <a:ln w="952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5" name="Oval 297">
            <a:extLst>
              <a:ext uri="{FF2B5EF4-FFF2-40B4-BE49-F238E27FC236}">
                <a16:creationId xmlns:a16="http://schemas.microsoft.com/office/drawing/2014/main" id="{04BCBB96-0C20-4A55-8221-4CEF56D29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8401" y="5248276"/>
            <a:ext cx="1055688" cy="479425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817842445">
                  <a:custGeom>
                    <a:avLst/>
                    <a:gdLst>
                      <a:gd name="connsiteX0" fmla="*/ 0 w 1055688"/>
                      <a:gd name="connsiteY0" fmla="*/ 239713 h 479425"/>
                      <a:gd name="connsiteX1" fmla="*/ 527844 w 1055688"/>
                      <a:gd name="connsiteY1" fmla="*/ 0 h 479425"/>
                      <a:gd name="connsiteX2" fmla="*/ 1055688 w 1055688"/>
                      <a:gd name="connsiteY2" fmla="*/ 239713 h 479425"/>
                      <a:gd name="connsiteX3" fmla="*/ 527844 w 1055688"/>
                      <a:gd name="connsiteY3" fmla="*/ 479426 h 479425"/>
                      <a:gd name="connsiteX4" fmla="*/ 0 w 1055688"/>
                      <a:gd name="connsiteY4" fmla="*/ 239713 h 4794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5688" h="479425" fill="none" extrusionOk="0">
                        <a:moveTo>
                          <a:pt x="0" y="239713"/>
                        </a:moveTo>
                        <a:cubicBezTo>
                          <a:pt x="41101" y="156913"/>
                          <a:pt x="220630" y="-40113"/>
                          <a:pt x="527844" y="0"/>
                        </a:cubicBezTo>
                        <a:cubicBezTo>
                          <a:pt x="804579" y="113"/>
                          <a:pt x="1031022" y="99099"/>
                          <a:pt x="1055688" y="239713"/>
                        </a:cubicBezTo>
                        <a:cubicBezTo>
                          <a:pt x="1118298" y="402212"/>
                          <a:pt x="807955" y="451073"/>
                          <a:pt x="527844" y="479426"/>
                        </a:cubicBezTo>
                        <a:cubicBezTo>
                          <a:pt x="249584" y="498846"/>
                          <a:pt x="23757" y="395472"/>
                          <a:pt x="0" y="239713"/>
                        </a:cubicBezTo>
                        <a:close/>
                      </a:path>
                      <a:path w="1055688" h="479425" stroke="0" extrusionOk="0">
                        <a:moveTo>
                          <a:pt x="0" y="239713"/>
                        </a:moveTo>
                        <a:cubicBezTo>
                          <a:pt x="-50468" y="147117"/>
                          <a:pt x="218226" y="-55280"/>
                          <a:pt x="527844" y="0"/>
                        </a:cubicBezTo>
                        <a:cubicBezTo>
                          <a:pt x="813627" y="15285"/>
                          <a:pt x="1052782" y="112490"/>
                          <a:pt x="1055688" y="239713"/>
                        </a:cubicBezTo>
                        <a:cubicBezTo>
                          <a:pt x="1051776" y="433212"/>
                          <a:pt x="856132" y="540942"/>
                          <a:pt x="527844" y="479426"/>
                        </a:cubicBezTo>
                        <a:cubicBezTo>
                          <a:pt x="235388" y="476630"/>
                          <a:pt x="13880" y="376853"/>
                          <a:pt x="0" y="23971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7" name="Rectangle 299">
            <a:extLst>
              <a:ext uri="{FF2B5EF4-FFF2-40B4-BE49-F238E27FC236}">
                <a16:creationId xmlns:a16="http://schemas.microsoft.com/office/drawing/2014/main" id="{97F05D49-E6A3-4F08-888C-8BA54F0DD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6514" y="5283201"/>
            <a:ext cx="86677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Редактирование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8" name="Rectangle 300">
            <a:extLst>
              <a:ext uri="{FF2B5EF4-FFF2-40B4-BE49-F238E27FC236}">
                <a16:creationId xmlns:a16="http://schemas.microsoft.com/office/drawing/2014/main" id="{3390DB33-63AA-4110-A740-A053D6802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9" y="5418138"/>
            <a:ext cx="7207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собственного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9" name="Rectangle 301">
            <a:extLst>
              <a:ext uri="{FF2B5EF4-FFF2-40B4-BE49-F238E27FC236}">
                <a16:creationId xmlns:a16="http://schemas.microsoft.com/office/drawing/2014/main" id="{20C2C533-A037-4929-B199-537853E4F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3526" y="5551488"/>
            <a:ext cx="385763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отзыва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0" name="Oval 302">
            <a:extLst>
              <a:ext uri="{FF2B5EF4-FFF2-40B4-BE49-F238E27FC236}">
                <a16:creationId xmlns:a16="http://schemas.microsoft.com/office/drawing/2014/main" id="{6EF1865A-FC70-41CF-8E40-2E828527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2076" y="5757863"/>
            <a:ext cx="1055688" cy="479425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3639681625">
                  <a:custGeom>
                    <a:avLst/>
                    <a:gdLst>
                      <a:gd name="connsiteX0" fmla="*/ 0 w 1055688"/>
                      <a:gd name="connsiteY0" fmla="*/ 239713 h 479425"/>
                      <a:gd name="connsiteX1" fmla="*/ 527844 w 1055688"/>
                      <a:gd name="connsiteY1" fmla="*/ 0 h 479425"/>
                      <a:gd name="connsiteX2" fmla="*/ 1055688 w 1055688"/>
                      <a:gd name="connsiteY2" fmla="*/ 239713 h 479425"/>
                      <a:gd name="connsiteX3" fmla="*/ 527844 w 1055688"/>
                      <a:gd name="connsiteY3" fmla="*/ 479426 h 479425"/>
                      <a:gd name="connsiteX4" fmla="*/ 0 w 1055688"/>
                      <a:gd name="connsiteY4" fmla="*/ 239713 h 4794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5688" h="479425" fill="none" extrusionOk="0">
                        <a:moveTo>
                          <a:pt x="0" y="239713"/>
                        </a:moveTo>
                        <a:cubicBezTo>
                          <a:pt x="-5315" y="51543"/>
                          <a:pt x="171443" y="17190"/>
                          <a:pt x="527844" y="0"/>
                        </a:cubicBezTo>
                        <a:cubicBezTo>
                          <a:pt x="836788" y="-4699"/>
                          <a:pt x="1039557" y="111387"/>
                          <a:pt x="1055688" y="239713"/>
                        </a:cubicBezTo>
                        <a:cubicBezTo>
                          <a:pt x="1076499" y="301125"/>
                          <a:pt x="842829" y="448384"/>
                          <a:pt x="527844" y="479426"/>
                        </a:cubicBezTo>
                        <a:cubicBezTo>
                          <a:pt x="240732" y="488246"/>
                          <a:pt x="-8732" y="375112"/>
                          <a:pt x="0" y="239713"/>
                        </a:cubicBezTo>
                        <a:close/>
                      </a:path>
                      <a:path w="1055688" h="479425" stroke="0" extrusionOk="0">
                        <a:moveTo>
                          <a:pt x="0" y="239713"/>
                        </a:moveTo>
                        <a:cubicBezTo>
                          <a:pt x="-4062" y="115396"/>
                          <a:pt x="206425" y="-9962"/>
                          <a:pt x="527844" y="0"/>
                        </a:cubicBezTo>
                        <a:cubicBezTo>
                          <a:pt x="851381" y="17880"/>
                          <a:pt x="1050013" y="120924"/>
                          <a:pt x="1055688" y="239713"/>
                        </a:cubicBezTo>
                        <a:cubicBezTo>
                          <a:pt x="1037504" y="335625"/>
                          <a:pt x="844858" y="501611"/>
                          <a:pt x="527844" y="479426"/>
                        </a:cubicBezTo>
                        <a:cubicBezTo>
                          <a:pt x="240322" y="443143"/>
                          <a:pt x="-4921" y="363951"/>
                          <a:pt x="0" y="23971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2" name="Rectangle 304">
            <a:extLst>
              <a:ext uri="{FF2B5EF4-FFF2-40B4-BE49-F238E27FC236}">
                <a16:creationId xmlns:a16="http://schemas.microsoft.com/office/drawing/2014/main" id="{AB00C611-0E15-4475-872E-A50B3D8C7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26" y="5792788"/>
            <a:ext cx="547688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Удаление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3" name="Rectangle 305">
            <a:extLst>
              <a:ext uri="{FF2B5EF4-FFF2-40B4-BE49-F238E27FC236}">
                <a16:creationId xmlns:a16="http://schemas.microsoft.com/office/drawing/2014/main" id="{0A23A6C4-CECE-4959-BABA-C1AF12AFF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26" y="5927726"/>
            <a:ext cx="69850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собственного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4" name="Rectangle 306">
            <a:extLst>
              <a:ext uri="{FF2B5EF4-FFF2-40B4-BE49-F238E27FC236}">
                <a16:creationId xmlns:a16="http://schemas.microsoft.com/office/drawing/2014/main" id="{20BDF686-1D65-495D-A387-0D5DF71E0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7201" y="6061076"/>
            <a:ext cx="38417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отзыва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5" name="Oval 307">
            <a:extLst>
              <a:ext uri="{FF2B5EF4-FFF2-40B4-BE49-F238E27FC236}">
                <a16:creationId xmlns:a16="http://schemas.microsoft.com/office/drawing/2014/main" id="{D132312A-04A2-417A-B58D-DA1E755AD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1" y="2740026"/>
            <a:ext cx="1055688" cy="479425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328291812">
                  <a:custGeom>
                    <a:avLst/>
                    <a:gdLst>
                      <a:gd name="connsiteX0" fmla="*/ 0 w 1055688"/>
                      <a:gd name="connsiteY0" fmla="*/ 239713 h 479425"/>
                      <a:gd name="connsiteX1" fmla="*/ 527844 w 1055688"/>
                      <a:gd name="connsiteY1" fmla="*/ 0 h 479425"/>
                      <a:gd name="connsiteX2" fmla="*/ 1055688 w 1055688"/>
                      <a:gd name="connsiteY2" fmla="*/ 239713 h 479425"/>
                      <a:gd name="connsiteX3" fmla="*/ 527844 w 1055688"/>
                      <a:gd name="connsiteY3" fmla="*/ 479426 h 479425"/>
                      <a:gd name="connsiteX4" fmla="*/ 0 w 1055688"/>
                      <a:gd name="connsiteY4" fmla="*/ 239713 h 4794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5688" h="479425" fill="none" extrusionOk="0">
                        <a:moveTo>
                          <a:pt x="0" y="239713"/>
                        </a:moveTo>
                        <a:cubicBezTo>
                          <a:pt x="-39348" y="128362"/>
                          <a:pt x="257981" y="-13240"/>
                          <a:pt x="527844" y="0"/>
                        </a:cubicBezTo>
                        <a:cubicBezTo>
                          <a:pt x="799843" y="23863"/>
                          <a:pt x="1046118" y="81399"/>
                          <a:pt x="1055688" y="239713"/>
                        </a:cubicBezTo>
                        <a:cubicBezTo>
                          <a:pt x="1058300" y="350942"/>
                          <a:pt x="776038" y="441175"/>
                          <a:pt x="527844" y="479426"/>
                        </a:cubicBezTo>
                        <a:cubicBezTo>
                          <a:pt x="242770" y="471679"/>
                          <a:pt x="-32291" y="381160"/>
                          <a:pt x="0" y="239713"/>
                        </a:cubicBezTo>
                        <a:close/>
                      </a:path>
                      <a:path w="1055688" h="479425" stroke="0" extrusionOk="0">
                        <a:moveTo>
                          <a:pt x="0" y="239713"/>
                        </a:moveTo>
                        <a:cubicBezTo>
                          <a:pt x="-18129" y="164467"/>
                          <a:pt x="236905" y="8687"/>
                          <a:pt x="527844" y="0"/>
                        </a:cubicBezTo>
                        <a:cubicBezTo>
                          <a:pt x="846849" y="-26764"/>
                          <a:pt x="1043742" y="121309"/>
                          <a:pt x="1055688" y="239713"/>
                        </a:cubicBezTo>
                        <a:cubicBezTo>
                          <a:pt x="992337" y="347430"/>
                          <a:pt x="759719" y="459537"/>
                          <a:pt x="527844" y="479426"/>
                        </a:cubicBezTo>
                        <a:cubicBezTo>
                          <a:pt x="242053" y="473870"/>
                          <a:pt x="-13389" y="395480"/>
                          <a:pt x="0" y="23971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7" name="Rectangle 309">
            <a:extLst>
              <a:ext uri="{FF2B5EF4-FFF2-40B4-BE49-F238E27FC236}">
                <a16:creationId xmlns:a16="http://schemas.microsoft.com/office/drawing/2014/main" id="{539C0220-BA8B-4A0D-B105-0BD85E7AC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1989" y="2909888"/>
            <a:ext cx="8096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Поиск объектов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8" name="Oval 310">
            <a:extLst>
              <a:ext uri="{FF2B5EF4-FFF2-40B4-BE49-F238E27FC236}">
                <a16:creationId xmlns:a16="http://schemas.microsoft.com/office/drawing/2014/main" id="{48370489-76CD-4793-A92F-4DE585AE3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6239" y="3446463"/>
            <a:ext cx="1055688" cy="481012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239766314">
                  <a:custGeom>
                    <a:avLst/>
                    <a:gdLst>
                      <a:gd name="connsiteX0" fmla="*/ 0 w 1055688"/>
                      <a:gd name="connsiteY0" fmla="*/ 240506 h 481012"/>
                      <a:gd name="connsiteX1" fmla="*/ 527844 w 1055688"/>
                      <a:gd name="connsiteY1" fmla="*/ 0 h 481012"/>
                      <a:gd name="connsiteX2" fmla="*/ 1055688 w 1055688"/>
                      <a:gd name="connsiteY2" fmla="*/ 240506 h 481012"/>
                      <a:gd name="connsiteX3" fmla="*/ 527844 w 1055688"/>
                      <a:gd name="connsiteY3" fmla="*/ 481012 h 481012"/>
                      <a:gd name="connsiteX4" fmla="*/ 0 w 1055688"/>
                      <a:gd name="connsiteY4" fmla="*/ 240506 h 4810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5688" h="481012" fill="none" extrusionOk="0">
                        <a:moveTo>
                          <a:pt x="0" y="240506"/>
                        </a:moveTo>
                        <a:cubicBezTo>
                          <a:pt x="15178" y="116598"/>
                          <a:pt x="250857" y="-1427"/>
                          <a:pt x="527844" y="0"/>
                        </a:cubicBezTo>
                        <a:cubicBezTo>
                          <a:pt x="816587" y="528"/>
                          <a:pt x="1052637" y="108248"/>
                          <a:pt x="1055688" y="240506"/>
                        </a:cubicBezTo>
                        <a:cubicBezTo>
                          <a:pt x="1005449" y="330503"/>
                          <a:pt x="804908" y="501031"/>
                          <a:pt x="527844" y="481012"/>
                        </a:cubicBezTo>
                        <a:cubicBezTo>
                          <a:pt x="231768" y="451679"/>
                          <a:pt x="-38232" y="381283"/>
                          <a:pt x="0" y="240506"/>
                        </a:cubicBezTo>
                        <a:close/>
                      </a:path>
                      <a:path w="1055688" h="481012" stroke="0" extrusionOk="0">
                        <a:moveTo>
                          <a:pt x="0" y="240506"/>
                        </a:moveTo>
                        <a:cubicBezTo>
                          <a:pt x="16949" y="103970"/>
                          <a:pt x="182808" y="-1690"/>
                          <a:pt x="527844" y="0"/>
                        </a:cubicBezTo>
                        <a:cubicBezTo>
                          <a:pt x="785120" y="10469"/>
                          <a:pt x="1054726" y="112096"/>
                          <a:pt x="1055688" y="240506"/>
                        </a:cubicBezTo>
                        <a:cubicBezTo>
                          <a:pt x="1103369" y="392363"/>
                          <a:pt x="839677" y="523939"/>
                          <a:pt x="527844" y="481012"/>
                        </a:cubicBezTo>
                        <a:cubicBezTo>
                          <a:pt x="246390" y="449258"/>
                          <a:pt x="-22553" y="390489"/>
                          <a:pt x="0" y="24050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0" name="Rectangle 312">
            <a:extLst>
              <a:ext uri="{FF2B5EF4-FFF2-40B4-BE49-F238E27FC236}">
                <a16:creationId xmlns:a16="http://schemas.microsoft.com/office/drawing/2014/main" id="{1BE30B17-B995-48F8-9940-706A77F33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1026" y="3549651"/>
            <a:ext cx="73660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Определение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1" name="Rectangle 313">
            <a:extLst>
              <a:ext uri="{FF2B5EF4-FFF2-40B4-BE49-F238E27FC236}">
                <a16:creationId xmlns:a16="http://schemas.microsoft.com/office/drawing/2014/main" id="{53729939-95F0-4C3C-BFF2-28C40D946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6889" y="3684588"/>
            <a:ext cx="877888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местоположения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2" name="Oval 314">
            <a:extLst>
              <a:ext uri="{FF2B5EF4-FFF2-40B4-BE49-F238E27FC236}">
                <a16:creationId xmlns:a16="http://schemas.microsoft.com/office/drawing/2014/main" id="{F4D60AD2-8E43-4EE8-B290-C2C063C2D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4" y="1557338"/>
            <a:ext cx="1157288" cy="479425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4144373714">
                  <a:custGeom>
                    <a:avLst/>
                    <a:gdLst>
                      <a:gd name="connsiteX0" fmla="*/ 0 w 1157288"/>
                      <a:gd name="connsiteY0" fmla="*/ 239713 h 479425"/>
                      <a:gd name="connsiteX1" fmla="*/ 578644 w 1157288"/>
                      <a:gd name="connsiteY1" fmla="*/ 0 h 479425"/>
                      <a:gd name="connsiteX2" fmla="*/ 1157288 w 1157288"/>
                      <a:gd name="connsiteY2" fmla="*/ 239713 h 479425"/>
                      <a:gd name="connsiteX3" fmla="*/ 578644 w 1157288"/>
                      <a:gd name="connsiteY3" fmla="*/ 479426 h 479425"/>
                      <a:gd name="connsiteX4" fmla="*/ 0 w 1157288"/>
                      <a:gd name="connsiteY4" fmla="*/ 239713 h 4794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57288" h="479425" fill="none" extrusionOk="0">
                        <a:moveTo>
                          <a:pt x="0" y="239713"/>
                        </a:moveTo>
                        <a:cubicBezTo>
                          <a:pt x="13805" y="86832"/>
                          <a:pt x="316172" y="27776"/>
                          <a:pt x="578644" y="0"/>
                        </a:cubicBezTo>
                        <a:cubicBezTo>
                          <a:pt x="907262" y="1520"/>
                          <a:pt x="1163250" y="97295"/>
                          <a:pt x="1157288" y="239713"/>
                        </a:cubicBezTo>
                        <a:cubicBezTo>
                          <a:pt x="1176663" y="377412"/>
                          <a:pt x="907220" y="467701"/>
                          <a:pt x="578644" y="479426"/>
                        </a:cubicBezTo>
                        <a:cubicBezTo>
                          <a:pt x="261418" y="470999"/>
                          <a:pt x="7209" y="337347"/>
                          <a:pt x="0" y="239713"/>
                        </a:cubicBezTo>
                        <a:close/>
                      </a:path>
                      <a:path w="1157288" h="479425" stroke="0" extrusionOk="0">
                        <a:moveTo>
                          <a:pt x="0" y="239713"/>
                        </a:moveTo>
                        <a:cubicBezTo>
                          <a:pt x="18021" y="112050"/>
                          <a:pt x="271781" y="-7036"/>
                          <a:pt x="578644" y="0"/>
                        </a:cubicBezTo>
                        <a:cubicBezTo>
                          <a:pt x="890341" y="1697"/>
                          <a:pt x="1178429" y="107903"/>
                          <a:pt x="1157288" y="239713"/>
                        </a:cubicBezTo>
                        <a:cubicBezTo>
                          <a:pt x="1150818" y="435321"/>
                          <a:pt x="873610" y="434738"/>
                          <a:pt x="578644" y="479426"/>
                        </a:cubicBezTo>
                        <a:cubicBezTo>
                          <a:pt x="275783" y="452060"/>
                          <a:pt x="-8103" y="363010"/>
                          <a:pt x="0" y="23971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4" name="Rectangle 316">
            <a:extLst>
              <a:ext uri="{FF2B5EF4-FFF2-40B4-BE49-F238E27FC236}">
                <a16:creationId xmlns:a16="http://schemas.microsoft.com/office/drawing/2014/main" id="{02F9A098-B9C7-4DCC-995A-8BC207E0E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2789" y="1624013"/>
            <a:ext cx="5524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Просмотр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7" name="Rectangle 319">
            <a:extLst>
              <a:ext uri="{FF2B5EF4-FFF2-40B4-BE49-F238E27FC236}">
                <a16:creationId xmlns:a16="http://schemas.microsoft.com/office/drawing/2014/main" id="{C74E308C-AB64-4ED1-9BAF-C81F5F886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5788" y="1763396"/>
            <a:ext cx="7715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рекомендаций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8" name="Oval 320">
            <a:extLst>
              <a:ext uri="{FF2B5EF4-FFF2-40B4-BE49-F238E27FC236}">
                <a16:creationId xmlns:a16="http://schemas.microsoft.com/office/drawing/2014/main" id="{64956754-1748-486A-B885-756760C68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6901" y="5295901"/>
            <a:ext cx="1062038" cy="479425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1323420744">
                  <a:custGeom>
                    <a:avLst/>
                    <a:gdLst>
                      <a:gd name="connsiteX0" fmla="*/ 0 w 1062038"/>
                      <a:gd name="connsiteY0" fmla="*/ 239713 h 479425"/>
                      <a:gd name="connsiteX1" fmla="*/ 531019 w 1062038"/>
                      <a:gd name="connsiteY1" fmla="*/ 0 h 479425"/>
                      <a:gd name="connsiteX2" fmla="*/ 1062038 w 1062038"/>
                      <a:gd name="connsiteY2" fmla="*/ 239713 h 479425"/>
                      <a:gd name="connsiteX3" fmla="*/ 531019 w 1062038"/>
                      <a:gd name="connsiteY3" fmla="*/ 479426 h 479425"/>
                      <a:gd name="connsiteX4" fmla="*/ 0 w 1062038"/>
                      <a:gd name="connsiteY4" fmla="*/ 239713 h 4794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62038" h="479425" fill="none" extrusionOk="0">
                        <a:moveTo>
                          <a:pt x="0" y="239713"/>
                        </a:moveTo>
                        <a:cubicBezTo>
                          <a:pt x="22462" y="159455"/>
                          <a:pt x="208997" y="35502"/>
                          <a:pt x="531019" y="0"/>
                        </a:cubicBezTo>
                        <a:cubicBezTo>
                          <a:pt x="814985" y="-1882"/>
                          <a:pt x="1080244" y="109009"/>
                          <a:pt x="1062038" y="239713"/>
                        </a:cubicBezTo>
                        <a:cubicBezTo>
                          <a:pt x="1097582" y="391739"/>
                          <a:pt x="839150" y="514681"/>
                          <a:pt x="531019" y="479426"/>
                        </a:cubicBezTo>
                        <a:cubicBezTo>
                          <a:pt x="221862" y="460267"/>
                          <a:pt x="-2927" y="371207"/>
                          <a:pt x="0" y="239713"/>
                        </a:cubicBezTo>
                        <a:close/>
                      </a:path>
                      <a:path w="1062038" h="479425" stroke="0" extrusionOk="0">
                        <a:moveTo>
                          <a:pt x="0" y="239713"/>
                        </a:moveTo>
                        <a:cubicBezTo>
                          <a:pt x="52874" y="57821"/>
                          <a:pt x="235489" y="27247"/>
                          <a:pt x="531019" y="0"/>
                        </a:cubicBezTo>
                        <a:cubicBezTo>
                          <a:pt x="838815" y="1215"/>
                          <a:pt x="1069595" y="117805"/>
                          <a:pt x="1062038" y="239713"/>
                        </a:cubicBezTo>
                        <a:cubicBezTo>
                          <a:pt x="1004997" y="400933"/>
                          <a:pt x="849183" y="539637"/>
                          <a:pt x="531019" y="479426"/>
                        </a:cubicBezTo>
                        <a:cubicBezTo>
                          <a:pt x="231944" y="472916"/>
                          <a:pt x="3806" y="342375"/>
                          <a:pt x="0" y="23971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0" name="Rectangle 322">
            <a:extLst>
              <a:ext uri="{FF2B5EF4-FFF2-40B4-BE49-F238E27FC236}">
                <a16:creationId xmlns:a16="http://schemas.microsoft.com/office/drawing/2014/main" id="{14C7B467-AC6B-47BA-ADFD-CA4D215E3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1989" y="5397501"/>
            <a:ext cx="10223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Просмотр объектов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1" name="Rectangle 323">
            <a:extLst>
              <a:ext uri="{FF2B5EF4-FFF2-40B4-BE49-F238E27FC236}">
                <a16:creationId xmlns:a16="http://schemas.microsoft.com/office/drawing/2014/main" id="{80D2D20E-2D25-4217-B118-5FB6CFCB1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5501" y="5532438"/>
            <a:ext cx="6699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в избранном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2" name="Oval 324">
            <a:extLst>
              <a:ext uri="{FF2B5EF4-FFF2-40B4-BE49-F238E27FC236}">
                <a16:creationId xmlns:a16="http://schemas.microsoft.com/office/drawing/2014/main" id="{959F22B1-65B6-4341-AFAA-58A3F219C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3739" y="5624513"/>
            <a:ext cx="1117600" cy="481012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2308432165">
                  <a:custGeom>
                    <a:avLst/>
                    <a:gdLst>
                      <a:gd name="connsiteX0" fmla="*/ 0 w 1117600"/>
                      <a:gd name="connsiteY0" fmla="*/ 240506 h 481012"/>
                      <a:gd name="connsiteX1" fmla="*/ 558800 w 1117600"/>
                      <a:gd name="connsiteY1" fmla="*/ 0 h 481012"/>
                      <a:gd name="connsiteX2" fmla="*/ 1117600 w 1117600"/>
                      <a:gd name="connsiteY2" fmla="*/ 240506 h 481012"/>
                      <a:gd name="connsiteX3" fmla="*/ 558800 w 1117600"/>
                      <a:gd name="connsiteY3" fmla="*/ 481012 h 481012"/>
                      <a:gd name="connsiteX4" fmla="*/ 0 w 1117600"/>
                      <a:gd name="connsiteY4" fmla="*/ 240506 h 4810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17600" h="481012" fill="none" extrusionOk="0">
                        <a:moveTo>
                          <a:pt x="0" y="240506"/>
                        </a:moveTo>
                        <a:cubicBezTo>
                          <a:pt x="76649" y="94084"/>
                          <a:pt x="180483" y="41441"/>
                          <a:pt x="558800" y="0"/>
                        </a:cubicBezTo>
                        <a:cubicBezTo>
                          <a:pt x="845393" y="-4270"/>
                          <a:pt x="1117140" y="77439"/>
                          <a:pt x="1117600" y="240506"/>
                        </a:cubicBezTo>
                        <a:cubicBezTo>
                          <a:pt x="1084155" y="355967"/>
                          <a:pt x="865671" y="488152"/>
                          <a:pt x="558800" y="481012"/>
                        </a:cubicBezTo>
                        <a:cubicBezTo>
                          <a:pt x="231446" y="477754"/>
                          <a:pt x="18045" y="389989"/>
                          <a:pt x="0" y="240506"/>
                        </a:cubicBezTo>
                        <a:close/>
                      </a:path>
                      <a:path w="1117600" h="481012" stroke="0" extrusionOk="0">
                        <a:moveTo>
                          <a:pt x="0" y="240506"/>
                        </a:moveTo>
                        <a:cubicBezTo>
                          <a:pt x="31331" y="124594"/>
                          <a:pt x="213030" y="-15418"/>
                          <a:pt x="558800" y="0"/>
                        </a:cubicBezTo>
                        <a:cubicBezTo>
                          <a:pt x="876240" y="24894"/>
                          <a:pt x="1129089" y="89133"/>
                          <a:pt x="1117600" y="240506"/>
                        </a:cubicBezTo>
                        <a:cubicBezTo>
                          <a:pt x="1152368" y="442370"/>
                          <a:pt x="941113" y="467438"/>
                          <a:pt x="558800" y="481012"/>
                        </a:cubicBezTo>
                        <a:cubicBezTo>
                          <a:pt x="264608" y="489747"/>
                          <a:pt x="-26137" y="382443"/>
                          <a:pt x="0" y="24050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4" name="Rectangle 326">
            <a:extLst>
              <a:ext uri="{FF2B5EF4-FFF2-40B4-BE49-F238E27FC236}">
                <a16:creationId xmlns:a16="http://schemas.microsoft.com/office/drawing/2014/main" id="{D84BE268-398A-4671-BF1E-B39CD73F2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8826" y="5727701"/>
            <a:ext cx="1071563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Добавление объекта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5" name="Rectangle 327">
            <a:extLst>
              <a:ext uri="{FF2B5EF4-FFF2-40B4-BE49-F238E27FC236}">
                <a16:creationId xmlns:a16="http://schemas.microsoft.com/office/drawing/2014/main" id="{C682F7DA-AD87-4E2F-8BEB-449D32358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1" y="5862638"/>
            <a:ext cx="64770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в избранное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6" name="Oval 328">
            <a:extLst>
              <a:ext uri="{FF2B5EF4-FFF2-40B4-BE49-F238E27FC236}">
                <a16:creationId xmlns:a16="http://schemas.microsoft.com/office/drawing/2014/main" id="{E4F5FCB4-3C81-41AE-B240-8F1271275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6951" y="4635501"/>
            <a:ext cx="1055688" cy="479425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499926158">
                  <a:custGeom>
                    <a:avLst/>
                    <a:gdLst>
                      <a:gd name="connsiteX0" fmla="*/ 0 w 1055688"/>
                      <a:gd name="connsiteY0" fmla="*/ 239713 h 479425"/>
                      <a:gd name="connsiteX1" fmla="*/ 527844 w 1055688"/>
                      <a:gd name="connsiteY1" fmla="*/ 0 h 479425"/>
                      <a:gd name="connsiteX2" fmla="*/ 1055688 w 1055688"/>
                      <a:gd name="connsiteY2" fmla="*/ 239713 h 479425"/>
                      <a:gd name="connsiteX3" fmla="*/ 527844 w 1055688"/>
                      <a:gd name="connsiteY3" fmla="*/ 479426 h 479425"/>
                      <a:gd name="connsiteX4" fmla="*/ 0 w 1055688"/>
                      <a:gd name="connsiteY4" fmla="*/ 239713 h 4794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5688" h="479425" fill="none" extrusionOk="0">
                        <a:moveTo>
                          <a:pt x="0" y="239713"/>
                        </a:moveTo>
                        <a:cubicBezTo>
                          <a:pt x="-70885" y="96430"/>
                          <a:pt x="249817" y="44933"/>
                          <a:pt x="527844" y="0"/>
                        </a:cubicBezTo>
                        <a:cubicBezTo>
                          <a:pt x="855832" y="9115"/>
                          <a:pt x="1067403" y="111027"/>
                          <a:pt x="1055688" y="239713"/>
                        </a:cubicBezTo>
                        <a:cubicBezTo>
                          <a:pt x="1029728" y="388045"/>
                          <a:pt x="879131" y="525706"/>
                          <a:pt x="527844" y="479426"/>
                        </a:cubicBezTo>
                        <a:cubicBezTo>
                          <a:pt x="252899" y="462247"/>
                          <a:pt x="6829" y="369052"/>
                          <a:pt x="0" y="239713"/>
                        </a:cubicBezTo>
                        <a:close/>
                      </a:path>
                      <a:path w="1055688" h="479425" stroke="0" extrusionOk="0">
                        <a:moveTo>
                          <a:pt x="0" y="239713"/>
                        </a:moveTo>
                        <a:cubicBezTo>
                          <a:pt x="-19479" y="107233"/>
                          <a:pt x="296575" y="22792"/>
                          <a:pt x="527844" y="0"/>
                        </a:cubicBezTo>
                        <a:cubicBezTo>
                          <a:pt x="836397" y="2514"/>
                          <a:pt x="1052116" y="109017"/>
                          <a:pt x="1055688" y="239713"/>
                        </a:cubicBezTo>
                        <a:cubicBezTo>
                          <a:pt x="1001321" y="344643"/>
                          <a:pt x="856586" y="465689"/>
                          <a:pt x="527844" y="479426"/>
                        </a:cubicBezTo>
                        <a:cubicBezTo>
                          <a:pt x="236894" y="456230"/>
                          <a:pt x="-24246" y="385390"/>
                          <a:pt x="0" y="23971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8" name="Rectangle 330">
            <a:extLst>
              <a:ext uri="{FF2B5EF4-FFF2-40B4-BE49-F238E27FC236}">
                <a16:creationId xmlns:a16="http://schemas.microsoft.com/office/drawing/2014/main" id="{955AC765-233B-453F-AC12-9D27E6CA6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2201" y="4740276"/>
            <a:ext cx="954088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Удаление объекта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9" name="Rectangle 331">
            <a:extLst>
              <a:ext uri="{FF2B5EF4-FFF2-40B4-BE49-F238E27FC236}">
                <a16:creationId xmlns:a16="http://schemas.microsoft.com/office/drawing/2014/main" id="{64C54107-3675-4B7A-A86C-883DB76D0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2689" y="4872038"/>
            <a:ext cx="7429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из избранного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0" name="Freeform 332">
            <a:extLst>
              <a:ext uri="{FF2B5EF4-FFF2-40B4-BE49-F238E27FC236}">
                <a16:creationId xmlns:a16="http://schemas.microsoft.com/office/drawing/2014/main" id="{83321207-935E-4FE1-9AA0-CCDE66AF5ABD}"/>
              </a:ext>
            </a:extLst>
          </p:cNvPr>
          <p:cNvSpPr>
            <a:spLocks noEditPoints="1"/>
          </p:cNvSpPr>
          <p:nvPr/>
        </p:nvSpPr>
        <p:spPr bwMode="auto">
          <a:xfrm>
            <a:off x="9444039" y="2944813"/>
            <a:ext cx="1228725" cy="28575"/>
          </a:xfrm>
          <a:custGeom>
            <a:avLst/>
            <a:gdLst>
              <a:gd name="T0" fmla="*/ 3370 w 3520"/>
              <a:gd name="T1" fmla="*/ 79 h 81"/>
              <a:gd name="T2" fmla="*/ 3370 w 3520"/>
              <a:gd name="T3" fmla="*/ 59 h 81"/>
              <a:gd name="T4" fmla="*/ 3520 w 3520"/>
              <a:gd name="T5" fmla="*/ 71 h 81"/>
              <a:gd name="T6" fmla="*/ 3270 w 3520"/>
              <a:gd name="T7" fmla="*/ 77 h 81"/>
              <a:gd name="T8" fmla="*/ 3120 w 3520"/>
              <a:gd name="T9" fmla="*/ 64 h 81"/>
              <a:gd name="T10" fmla="*/ 3270 w 3520"/>
              <a:gd name="T11" fmla="*/ 57 h 81"/>
              <a:gd name="T12" fmla="*/ 3270 w 3520"/>
              <a:gd name="T13" fmla="*/ 77 h 81"/>
              <a:gd name="T14" fmla="*/ 2890 w 3520"/>
              <a:gd name="T15" fmla="*/ 70 h 81"/>
              <a:gd name="T16" fmla="*/ 2890 w 3520"/>
              <a:gd name="T17" fmla="*/ 50 h 81"/>
              <a:gd name="T18" fmla="*/ 3040 w 3520"/>
              <a:gd name="T19" fmla="*/ 63 h 81"/>
              <a:gd name="T20" fmla="*/ 2790 w 3520"/>
              <a:gd name="T21" fmla="*/ 69 h 81"/>
              <a:gd name="T22" fmla="*/ 2640 w 3520"/>
              <a:gd name="T23" fmla="*/ 56 h 81"/>
              <a:gd name="T24" fmla="*/ 2790 w 3520"/>
              <a:gd name="T25" fmla="*/ 49 h 81"/>
              <a:gd name="T26" fmla="*/ 2790 w 3520"/>
              <a:gd name="T27" fmla="*/ 69 h 81"/>
              <a:gd name="T28" fmla="*/ 2410 w 3520"/>
              <a:gd name="T29" fmla="*/ 62 h 81"/>
              <a:gd name="T30" fmla="*/ 2410 w 3520"/>
              <a:gd name="T31" fmla="*/ 42 h 81"/>
              <a:gd name="T32" fmla="*/ 2560 w 3520"/>
              <a:gd name="T33" fmla="*/ 55 h 81"/>
              <a:gd name="T34" fmla="*/ 2310 w 3520"/>
              <a:gd name="T35" fmla="*/ 60 h 81"/>
              <a:gd name="T36" fmla="*/ 2160 w 3520"/>
              <a:gd name="T37" fmla="*/ 48 h 81"/>
              <a:gd name="T38" fmla="*/ 2310 w 3520"/>
              <a:gd name="T39" fmla="*/ 40 h 81"/>
              <a:gd name="T40" fmla="*/ 2310 w 3520"/>
              <a:gd name="T41" fmla="*/ 60 h 81"/>
              <a:gd name="T42" fmla="*/ 1930 w 3520"/>
              <a:gd name="T43" fmla="*/ 54 h 81"/>
              <a:gd name="T44" fmla="*/ 1930 w 3520"/>
              <a:gd name="T45" fmla="*/ 34 h 81"/>
              <a:gd name="T46" fmla="*/ 2080 w 3520"/>
              <a:gd name="T47" fmla="*/ 46 h 81"/>
              <a:gd name="T48" fmla="*/ 1830 w 3520"/>
              <a:gd name="T49" fmla="*/ 52 h 81"/>
              <a:gd name="T50" fmla="*/ 1680 w 3520"/>
              <a:gd name="T51" fmla="*/ 39 h 81"/>
              <a:gd name="T52" fmla="*/ 1830 w 3520"/>
              <a:gd name="T53" fmla="*/ 32 h 81"/>
              <a:gd name="T54" fmla="*/ 1830 w 3520"/>
              <a:gd name="T55" fmla="*/ 52 h 81"/>
              <a:gd name="T56" fmla="*/ 1450 w 3520"/>
              <a:gd name="T57" fmla="*/ 45 h 81"/>
              <a:gd name="T58" fmla="*/ 1450 w 3520"/>
              <a:gd name="T59" fmla="*/ 25 h 81"/>
              <a:gd name="T60" fmla="*/ 1600 w 3520"/>
              <a:gd name="T61" fmla="*/ 38 h 81"/>
              <a:gd name="T62" fmla="*/ 1350 w 3520"/>
              <a:gd name="T63" fmla="*/ 44 h 81"/>
              <a:gd name="T64" fmla="*/ 1200 w 3520"/>
              <a:gd name="T65" fmla="*/ 31 h 81"/>
              <a:gd name="T66" fmla="*/ 1350 w 3520"/>
              <a:gd name="T67" fmla="*/ 24 h 81"/>
              <a:gd name="T68" fmla="*/ 1350 w 3520"/>
              <a:gd name="T69" fmla="*/ 44 h 81"/>
              <a:gd name="T70" fmla="*/ 970 w 3520"/>
              <a:gd name="T71" fmla="*/ 37 h 81"/>
              <a:gd name="T72" fmla="*/ 971 w 3520"/>
              <a:gd name="T73" fmla="*/ 17 h 81"/>
              <a:gd name="T74" fmla="*/ 1120 w 3520"/>
              <a:gd name="T75" fmla="*/ 30 h 81"/>
              <a:gd name="T76" fmla="*/ 870 w 3520"/>
              <a:gd name="T77" fmla="*/ 35 h 81"/>
              <a:gd name="T78" fmla="*/ 720 w 3520"/>
              <a:gd name="T79" fmla="*/ 23 h 81"/>
              <a:gd name="T80" fmla="*/ 871 w 3520"/>
              <a:gd name="T81" fmla="*/ 15 h 81"/>
              <a:gd name="T82" fmla="*/ 870 w 3520"/>
              <a:gd name="T83" fmla="*/ 35 h 81"/>
              <a:gd name="T84" fmla="*/ 490 w 3520"/>
              <a:gd name="T85" fmla="*/ 29 h 81"/>
              <a:gd name="T86" fmla="*/ 491 w 3520"/>
              <a:gd name="T87" fmla="*/ 9 h 81"/>
              <a:gd name="T88" fmla="*/ 640 w 3520"/>
              <a:gd name="T89" fmla="*/ 21 h 81"/>
              <a:gd name="T90" fmla="*/ 390 w 3520"/>
              <a:gd name="T91" fmla="*/ 27 h 81"/>
              <a:gd name="T92" fmla="*/ 240 w 3520"/>
              <a:gd name="T93" fmla="*/ 14 h 81"/>
              <a:gd name="T94" fmla="*/ 391 w 3520"/>
              <a:gd name="T95" fmla="*/ 7 h 81"/>
              <a:gd name="T96" fmla="*/ 390 w 3520"/>
              <a:gd name="T97" fmla="*/ 27 h 81"/>
              <a:gd name="T98" fmla="*/ 10 w 3520"/>
              <a:gd name="T99" fmla="*/ 20 h 81"/>
              <a:gd name="T100" fmla="*/ 11 w 3520"/>
              <a:gd name="T101" fmla="*/ 0 h 81"/>
              <a:gd name="T102" fmla="*/ 160 w 3520"/>
              <a:gd name="T103" fmla="*/ 13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520" h="81">
                <a:moveTo>
                  <a:pt x="3510" y="81"/>
                </a:moveTo>
                <a:lnTo>
                  <a:pt x="3370" y="79"/>
                </a:lnTo>
                <a:cubicBezTo>
                  <a:pt x="3364" y="79"/>
                  <a:pt x="3360" y="74"/>
                  <a:pt x="3360" y="69"/>
                </a:cubicBezTo>
                <a:cubicBezTo>
                  <a:pt x="3360" y="63"/>
                  <a:pt x="3365" y="59"/>
                  <a:pt x="3370" y="59"/>
                </a:cubicBezTo>
                <a:lnTo>
                  <a:pt x="3510" y="61"/>
                </a:lnTo>
                <a:cubicBezTo>
                  <a:pt x="3516" y="61"/>
                  <a:pt x="3520" y="66"/>
                  <a:pt x="3520" y="71"/>
                </a:cubicBezTo>
                <a:cubicBezTo>
                  <a:pt x="3520" y="77"/>
                  <a:pt x="3515" y="81"/>
                  <a:pt x="3510" y="81"/>
                </a:cubicBezTo>
                <a:close/>
                <a:moveTo>
                  <a:pt x="3270" y="77"/>
                </a:moveTo>
                <a:lnTo>
                  <a:pt x="3130" y="75"/>
                </a:lnTo>
                <a:cubicBezTo>
                  <a:pt x="3124" y="75"/>
                  <a:pt x="3120" y="70"/>
                  <a:pt x="3120" y="64"/>
                </a:cubicBezTo>
                <a:cubicBezTo>
                  <a:pt x="3120" y="59"/>
                  <a:pt x="3125" y="55"/>
                  <a:pt x="3130" y="55"/>
                </a:cubicBezTo>
                <a:lnTo>
                  <a:pt x="3270" y="57"/>
                </a:lnTo>
                <a:cubicBezTo>
                  <a:pt x="3276" y="57"/>
                  <a:pt x="3280" y="62"/>
                  <a:pt x="3280" y="67"/>
                </a:cubicBezTo>
                <a:cubicBezTo>
                  <a:pt x="3280" y="73"/>
                  <a:pt x="3275" y="77"/>
                  <a:pt x="3270" y="77"/>
                </a:cubicBezTo>
                <a:close/>
                <a:moveTo>
                  <a:pt x="3030" y="73"/>
                </a:moveTo>
                <a:lnTo>
                  <a:pt x="2890" y="70"/>
                </a:lnTo>
                <a:cubicBezTo>
                  <a:pt x="2884" y="70"/>
                  <a:pt x="2880" y="66"/>
                  <a:pt x="2880" y="60"/>
                </a:cubicBezTo>
                <a:cubicBezTo>
                  <a:pt x="2880" y="55"/>
                  <a:pt x="2885" y="50"/>
                  <a:pt x="2890" y="50"/>
                </a:cubicBezTo>
                <a:lnTo>
                  <a:pt x="3030" y="53"/>
                </a:lnTo>
                <a:cubicBezTo>
                  <a:pt x="3036" y="53"/>
                  <a:pt x="3040" y="58"/>
                  <a:pt x="3040" y="63"/>
                </a:cubicBezTo>
                <a:cubicBezTo>
                  <a:pt x="3040" y="69"/>
                  <a:pt x="3035" y="73"/>
                  <a:pt x="3030" y="73"/>
                </a:cubicBezTo>
                <a:close/>
                <a:moveTo>
                  <a:pt x="2790" y="69"/>
                </a:moveTo>
                <a:lnTo>
                  <a:pt x="2650" y="66"/>
                </a:lnTo>
                <a:cubicBezTo>
                  <a:pt x="2644" y="66"/>
                  <a:pt x="2640" y="62"/>
                  <a:pt x="2640" y="56"/>
                </a:cubicBezTo>
                <a:cubicBezTo>
                  <a:pt x="2640" y="51"/>
                  <a:pt x="2645" y="46"/>
                  <a:pt x="2650" y="46"/>
                </a:cubicBezTo>
                <a:lnTo>
                  <a:pt x="2790" y="49"/>
                </a:lnTo>
                <a:cubicBezTo>
                  <a:pt x="2796" y="49"/>
                  <a:pt x="2800" y="53"/>
                  <a:pt x="2800" y="59"/>
                </a:cubicBezTo>
                <a:cubicBezTo>
                  <a:pt x="2800" y="64"/>
                  <a:pt x="2795" y="69"/>
                  <a:pt x="2790" y="69"/>
                </a:cubicBezTo>
                <a:close/>
                <a:moveTo>
                  <a:pt x="2550" y="65"/>
                </a:moveTo>
                <a:lnTo>
                  <a:pt x="2410" y="62"/>
                </a:lnTo>
                <a:cubicBezTo>
                  <a:pt x="2404" y="62"/>
                  <a:pt x="2400" y="57"/>
                  <a:pt x="2400" y="52"/>
                </a:cubicBezTo>
                <a:cubicBezTo>
                  <a:pt x="2400" y="46"/>
                  <a:pt x="2405" y="42"/>
                  <a:pt x="2410" y="42"/>
                </a:cubicBezTo>
                <a:lnTo>
                  <a:pt x="2550" y="45"/>
                </a:lnTo>
                <a:cubicBezTo>
                  <a:pt x="2556" y="45"/>
                  <a:pt x="2560" y="49"/>
                  <a:pt x="2560" y="55"/>
                </a:cubicBezTo>
                <a:cubicBezTo>
                  <a:pt x="2560" y="60"/>
                  <a:pt x="2555" y="65"/>
                  <a:pt x="2550" y="65"/>
                </a:cubicBezTo>
                <a:close/>
                <a:moveTo>
                  <a:pt x="2310" y="60"/>
                </a:moveTo>
                <a:lnTo>
                  <a:pt x="2170" y="58"/>
                </a:lnTo>
                <a:cubicBezTo>
                  <a:pt x="2164" y="58"/>
                  <a:pt x="2160" y="53"/>
                  <a:pt x="2160" y="48"/>
                </a:cubicBezTo>
                <a:cubicBezTo>
                  <a:pt x="2160" y="42"/>
                  <a:pt x="2165" y="38"/>
                  <a:pt x="2170" y="38"/>
                </a:cubicBezTo>
                <a:lnTo>
                  <a:pt x="2310" y="40"/>
                </a:lnTo>
                <a:cubicBezTo>
                  <a:pt x="2316" y="40"/>
                  <a:pt x="2320" y="45"/>
                  <a:pt x="2320" y="51"/>
                </a:cubicBezTo>
                <a:cubicBezTo>
                  <a:pt x="2320" y="56"/>
                  <a:pt x="2316" y="60"/>
                  <a:pt x="2310" y="60"/>
                </a:cubicBezTo>
                <a:close/>
                <a:moveTo>
                  <a:pt x="2070" y="56"/>
                </a:moveTo>
                <a:lnTo>
                  <a:pt x="1930" y="54"/>
                </a:lnTo>
                <a:cubicBezTo>
                  <a:pt x="1925" y="54"/>
                  <a:pt x="1920" y="49"/>
                  <a:pt x="1920" y="44"/>
                </a:cubicBezTo>
                <a:cubicBezTo>
                  <a:pt x="1920" y="38"/>
                  <a:pt x="1925" y="34"/>
                  <a:pt x="1930" y="34"/>
                </a:cubicBezTo>
                <a:lnTo>
                  <a:pt x="2070" y="36"/>
                </a:lnTo>
                <a:cubicBezTo>
                  <a:pt x="2076" y="36"/>
                  <a:pt x="2080" y="41"/>
                  <a:pt x="2080" y="46"/>
                </a:cubicBezTo>
                <a:cubicBezTo>
                  <a:pt x="2080" y="52"/>
                  <a:pt x="2076" y="56"/>
                  <a:pt x="2070" y="56"/>
                </a:cubicBezTo>
                <a:close/>
                <a:moveTo>
                  <a:pt x="1830" y="52"/>
                </a:moveTo>
                <a:lnTo>
                  <a:pt x="1690" y="50"/>
                </a:lnTo>
                <a:cubicBezTo>
                  <a:pt x="1685" y="49"/>
                  <a:pt x="1680" y="45"/>
                  <a:pt x="1680" y="39"/>
                </a:cubicBezTo>
                <a:cubicBezTo>
                  <a:pt x="1680" y="34"/>
                  <a:pt x="1685" y="29"/>
                  <a:pt x="1690" y="30"/>
                </a:cubicBezTo>
                <a:lnTo>
                  <a:pt x="1830" y="32"/>
                </a:lnTo>
                <a:cubicBezTo>
                  <a:pt x="1836" y="32"/>
                  <a:pt x="1840" y="37"/>
                  <a:pt x="1840" y="42"/>
                </a:cubicBezTo>
                <a:cubicBezTo>
                  <a:pt x="1840" y="48"/>
                  <a:pt x="1836" y="52"/>
                  <a:pt x="1830" y="52"/>
                </a:cubicBezTo>
                <a:close/>
                <a:moveTo>
                  <a:pt x="1590" y="48"/>
                </a:moveTo>
                <a:lnTo>
                  <a:pt x="1450" y="45"/>
                </a:lnTo>
                <a:cubicBezTo>
                  <a:pt x="1445" y="45"/>
                  <a:pt x="1440" y="41"/>
                  <a:pt x="1440" y="35"/>
                </a:cubicBezTo>
                <a:cubicBezTo>
                  <a:pt x="1440" y="30"/>
                  <a:pt x="1445" y="25"/>
                  <a:pt x="1450" y="25"/>
                </a:cubicBezTo>
                <a:lnTo>
                  <a:pt x="1590" y="28"/>
                </a:lnTo>
                <a:cubicBezTo>
                  <a:pt x="1596" y="28"/>
                  <a:pt x="1600" y="32"/>
                  <a:pt x="1600" y="38"/>
                </a:cubicBezTo>
                <a:cubicBezTo>
                  <a:pt x="1600" y="43"/>
                  <a:pt x="1596" y="48"/>
                  <a:pt x="1590" y="48"/>
                </a:cubicBezTo>
                <a:close/>
                <a:moveTo>
                  <a:pt x="1350" y="44"/>
                </a:moveTo>
                <a:lnTo>
                  <a:pt x="1210" y="41"/>
                </a:lnTo>
                <a:cubicBezTo>
                  <a:pt x="1205" y="41"/>
                  <a:pt x="1200" y="37"/>
                  <a:pt x="1200" y="31"/>
                </a:cubicBezTo>
                <a:cubicBezTo>
                  <a:pt x="1200" y="25"/>
                  <a:pt x="1205" y="21"/>
                  <a:pt x="1210" y="21"/>
                </a:cubicBezTo>
                <a:lnTo>
                  <a:pt x="1350" y="24"/>
                </a:lnTo>
                <a:cubicBezTo>
                  <a:pt x="1356" y="24"/>
                  <a:pt x="1360" y="28"/>
                  <a:pt x="1360" y="34"/>
                </a:cubicBezTo>
                <a:cubicBezTo>
                  <a:pt x="1360" y="39"/>
                  <a:pt x="1356" y="44"/>
                  <a:pt x="1350" y="44"/>
                </a:cubicBezTo>
                <a:close/>
                <a:moveTo>
                  <a:pt x="1110" y="39"/>
                </a:moveTo>
                <a:lnTo>
                  <a:pt x="970" y="37"/>
                </a:lnTo>
                <a:cubicBezTo>
                  <a:pt x="965" y="37"/>
                  <a:pt x="960" y="32"/>
                  <a:pt x="960" y="27"/>
                </a:cubicBezTo>
                <a:cubicBezTo>
                  <a:pt x="960" y="21"/>
                  <a:pt x="965" y="17"/>
                  <a:pt x="971" y="17"/>
                </a:cubicBezTo>
                <a:lnTo>
                  <a:pt x="1111" y="19"/>
                </a:lnTo>
                <a:cubicBezTo>
                  <a:pt x="1116" y="20"/>
                  <a:pt x="1120" y="24"/>
                  <a:pt x="1120" y="30"/>
                </a:cubicBezTo>
                <a:cubicBezTo>
                  <a:pt x="1120" y="35"/>
                  <a:pt x="1116" y="40"/>
                  <a:pt x="1110" y="39"/>
                </a:cubicBezTo>
                <a:close/>
                <a:moveTo>
                  <a:pt x="870" y="35"/>
                </a:moveTo>
                <a:lnTo>
                  <a:pt x="730" y="33"/>
                </a:lnTo>
                <a:cubicBezTo>
                  <a:pt x="725" y="33"/>
                  <a:pt x="720" y="28"/>
                  <a:pt x="720" y="23"/>
                </a:cubicBezTo>
                <a:cubicBezTo>
                  <a:pt x="720" y="17"/>
                  <a:pt x="725" y="13"/>
                  <a:pt x="731" y="13"/>
                </a:cubicBezTo>
                <a:lnTo>
                  <a:pt x="871" y="15"/>
                </a:lnTo>
                <a:cubicBezTo>
                  <a:pt x="876" y="15"/>
                  <a:pt x="880" y="20"/>
                  <a:pt x="880" y="25"/>
                </a:cubicBezTo>
                <a:cubicBezTo>
                  <a:pt x="880" y="31"/>
                  <a:pt x="876" y="35"/>
                  <a:pt x="870" y="35"/>
                </a:cubicBezTo>
                <a:close/>
                <a:moveTo>
                  <a:pt x="630" y="31"/>
                </a:moveTo>
                <a:lnTo>
                  <a:pt x="490" y="29"/>
                </a:lnTo>
                <a:cubicBezTo>
                  <a:pt x="485" y="29"/>
                  <a:pt x="480" y="24"/>
                  <a:pt x="480" y="18"/>
                </a:cubicBezTo>
                <a:cubicBezTo>
                  <a:pt x="481" y="13"/>
                  <a:pt x="485" y="9"/>
                  <a:pt x="491" y="9"/>
                </a:cubicBezTo>
                <a:lnTo>
                  <a:pt x="631" y="11"/>
                </a:lnTo>
                <a:cubicBezTo>
                  <a:pt x="636" y="11"/>
                  <a:pt x="641" y="16"/>
                  <a:pt x="640" y="21"/>
                </a:cubicBezTo>
                <a:cubicBezTo>
                  <a:pt x="640" y="27"/>
                  <a:pt x="636" y="31"/>
                  <a:pt x="630" y="31"/>
                </a:cubicBezTo>
                <a:close/>
                <a:moveTo>
                  <a:pt x="390" y="27"/>
                </a:moveTo>
                <a:lnTo>
                  <a:pt x="250" y="24"/>
                </a:lnTo>
                <a:cubicBezTo>
                  <a:pt x="245" y="24"/>
                  <a:pt x="240" y="20"/>
                  <a:pt x="240" y="14"/>
                </a:cubicBezTo>
                <a:cubicBezTo>
                  <a:pt x="241" y="9"/>
                  <a:pt x="245" y="4"/>
                  <a:pt x="251" y="4"/>
                </a:cubicBezTo>
                <a:lnTo>
                  <a:pt x="391" y="7"/>
                </a:lnTo>
                <a:cubicBezTo>
                  <a:pt x="396" y="7"/>
                  <a:pt x="401" y="12"/>
                  <a:pt x="400" y="17"/>
                </a:cubicBezTo>
                <a:cubicBezTo>
                  <a:pt x="400" y="23"/>
                  <a:pt x="396" y="27"/>
                  <a:pt x="390" y="27"/>
                </a:cubicBezTo>
                <a:close/>
                <a:moveTo>
                  <a:pt x="150" y="23"/>
                </a:moveTo>
                <a:lnTo>
                  <a:pt x="10" y="20"/>
                </a:lnTo>
                <a:cubicBezTo>
                  <a:pt x="5" y="20"/>
                  <a:pt x="0" y="16"/>
                  <a:pt x="1" y="10"/>
                </a:cubicBezTo>
                <a:cubicBezTo>
                  <a:pt x="1" y="5"/>
                  <a:pt x="5" y="0"/>
                  <a:pt x="11" y="0"/>
                </a:cubicBezTo>
                <a:lnTo>
                  <a:pt x="151" y="3"/>
                </a:lnTo>
                <a:cubicBezTo>
                  <a:pt x="156" y="3"/>
                  <a:pt x="161" y="7"/>
                  <a:pt x="160" y="13"/>
                </a:cubicBezTo>
                <a:cubicBezTo>
                  <a:pt x="160" y="18"/>
                  <a:pt x="156" y="23"/>
                  <a:pt x="150" y="23"/>
                </a:cubicBezTo>
                <a:close/>
              </a:path>
            </a:pathLst>
          </a:custGeom>
          <a:solidFill>
            <a:schemeClr val="bg1"/>
          </a:solidFill>
          <a:ln w="9525" cap="flat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41" name="Freeform 333">
            <a:extLst>
              <a:ext uri="{FF2B5EF4-FFF2-40B4-BE49-F238E27FC236}">
                <a16:creationId xmlns:a16="http://schemas.microsoft.com/office/drawing/2014/main" id="{22D003F1-6712-4EF5-9447-AEB06383E00B}"/>
              </a:ext>
            </a:extLst>
          </p:cNvPr>
          <p:cNvSpPr>
            <a:spLocks/>
          </p:cNvSpPr>
          <p:nvPr/>
        </p:nvSpPr>
        <p:spPr bwMode="auto">
          <a:xfrm>
            <a:off x="9434514" y="2919413"/>
            <a:ext cx="30163" cy="60325"/>
          </a:xfrm>
          <a:custGeom>
            <a:avLst/>
            <a:gdLst>
              <a:gd name="T0" fmla="*/ 19 w 19"/>
              <a:gd name="T1" fmla="*/ 0 h 38"/>
              <a:gd name="T2" fmla="*/ 0 w 19"/>
              <a:gd name="T3" fmla="*/ 19 h 38"/>
              <a:gd name="T4" fmla="*/ 19 w 19"/>
              <a:gd name="T5" fmla="*/ 38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" h="38">
                <a:moveTo>
                  <a:pt x="19" y="0"/>
                </a:moveTo>
                <a:lnTo>
                  <a:pt x="0" y="19"/>
                </a:lnTo>
                <a:lnTo>
                  <a:pt x="19" y="38"/>
                </a:lnTo>
              </a:path>
            </a:pathLst>
          </a:cu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44" name="Freeform 336">
            <a:extLst>
              <a:ext uri="{FF2B5EF4-FFF2-40B4-BE49-F238E27FC236}">
                <a16:creationId xmlns:a16="http://schemas.microsoft.com/office/drawing/2014/main" id="{2785BB0E-8018-40B6-9D92-B780739D4AC6}"/>
              </a:ext>
            </a:extLst>
          </p:cNvPr>
          <p:cNvSpPr>
            <a:spLocks noEditPoints="1"/>
          </p:cNvSpPr>
          <p:nvPr/>
        </p:nvSpPr>
        <p:spPr bwMode="auto">
          <a:xfrm>
            <a:off x="9256714" y="3095626"/>
            <a:ext cx="1382713" cy="455612"/>
          </a:xfrm>
          <a:custGeom>
            <a:avLst/>
            <a:gdLst>
              <a:gd name="T0" fmla="*/ 3815 w 3963"/>
              <a:gd name="T1" fmla="*/ 1261 h 1306"/>
              <a:gd name="T2" fmla="*/ 3809 w 3963"/>
              <a:gd name="T3" fmla="*/ 1249 h 1306"/>
              <a:gd name="T4" fmla="*/ 3955 w 3963"/>
              <a:gd name="T5" fmla="*/ 1286 h 1306"/>
              <a:gd name="T6" fmla="*/ 3948 w 3963"/>
              <a:gd name="T7" fmla="*/ 1305 h 1306"/>
              <a:gd name="T8" fmla="*/ 3587 w 3963"/>
              <a:gd name="T9" fmla="*/ 1187 h 1306"/>
              <a:gd name="T10" fmla="*/ 3593 w 3963"/>
              <a:gd name="T11" fmla="*/ 1168 h 1306"/>
              <a:gd name="T12" fmla="*/ 3733 w 3963"/>
              <a:gd name="T13" fmla="*/ 1224 h 1306"/>
              <a:gd name="T14" fmla="*/ 3492 w 3963"/>
              <a:gd name="T15" fmla="*/ 1156 h 1306"/>
              <a:gd name="T16" fmla="*/ 3352 w 3963"/>
              <a:gd name="T17" fmla="*/ 1100 h 1306"/>
              <a:gd name="T18" fmla="*/ 3498 w 3963"/>
              <a:gd name="T19" fmla="*/ 1137 h 1306"/>
              <a:gd name="T20" fmla="*/ 3492 w 3963"/>
              <a:gd name="T21" fmla="*/ 1156 h 1306"/>
              <a:gd name="T22" fmla="*/ 3131 w 3963"/>
              <a:gd name="T23" fmla="*/ 1038 h 1306"/>
              <a:gd name="T24" fmla="*/ 3137 w 3963"/>
              <a:gd name="T25" fmla="*/ 1019 h 1306"/>
              <a:gd name="T26" fmla="*/ 3276 w 3963"/>
              <a:gd name="T27" fmla="*/ 1075 h 1306"/>
              <a:gd name="T28" fmla="*/ 3036 w 3963"/>
              <a:gd name="T29" fmla="*/ 1007 h 1306"/>
              <a:gd name="T30" fmla="*/ 2896 w 3963"/>
              <a:gd name="T31" fmla="*/ 951 h 1306"/>
              <a:gd name="T32" fmla="*/ 3042 w 3963"/>
              <a:gd name="T33" fmla="*/ 988 h 1306"/>
              <a:gd name="T34" fmla="*/ 3036 w 3963"/>
              <a:gd name="T35" fmla="*/ 1007 h 1306"/>
              <a:gd name="T36" fmla="*/ 2674 w 3963"/>
              <a:gd name="T37" fmla="*/ 890 h 1306"/>
              <a:gd name="T38" fmla="*/ 2680 w 3963"/>
              <a:gd name="T39" fmla="*/ 871 h 1306"/>
              <a:gd name="T40" fmla="*/ 2820 w 3963"/>
              <a:gd name="T41" fmla="*/ 927 h 1306"/>
              <a:gd name="T42" fmla="*/ 2579 w 3963"/>
              <a:gd name="T43" fmla="*/ 859 h 1306"/>
              <a:gd name="T44" fmla="*/ 2440 w 3963"/>
              <a:gd name="T45" fmla="*/ 803 h 1306"/>
              <a:gd name="T46" fmla="*/ 2585 w 3963"/>
              <a:gd name="T47" fmla="*/ 840 h 1306"/>
              <a:gd name="T48" fmla="*/ 2579 w 3963"/>
              <a:gd name="T49" fmla="*/ 859 h 1306"/>
              <a:gd name="T50" fmla="*/ 2218 w 3963"/>
              <a:gd name="T51" fmla="*/ 741 h 1306"/>
              <a:gd name="T52" fmla="*/ 2224 w 3963"/>
              <a:gd name="T53" fmla="*/ 722 h 1306"/>
              <a:gd name="T54" fmla="*/ 2364 w 3963"/>
              <a:gd name="T55" fmla="*/ 778 h 1306"/>
              <a:gd name="T56" fmla="*/ 2123 w 3963"/>
              <a:gd name="T57" fmla="*/ 710 h 1306"/>
              <a:gd name="T58" fmla="*/ 1983 w 3963"/>
              <a:gd name="T59" fmla="*/ 654 h 1306"/>
              <a:gd name="T60" fmla="*/ 2129 w 3963"/>
              <a:gd name="T61" fmla="*/ 691 h 1306"/>
              <a:gd name="T62" fmla="*/ 2123 w 3963"/>
              <a:gd name="T63" fmla="*/ 710 h 1306"/>
              <a:gd name="T64" fmla="*/ 1761 w 3963"/>
              <a:gd name="T65" fmla="*/ 592 h 1306"/>
              <a:gd name="T66" fmla="*/ 1768 w 3963"/>
              <a:gd name="T67" fmla="*/ 573 h 1306"/>
              <a:gd name="T68" fmla="*/ 1907 w 3963"/>
              <a:gd name="T69" fmla="*/ 629 h 1306"/>
              <a:gd name="T70" fmla="*/ 1666 w 3963"/>
              <a:gd name="T71" fmla="*/ 561 h 1306"/>
              <a:gd name="T72" fmla="*/ 1527 w 3963"/>
              <a:gd name="T73" fmla="*/ 505 h 1306"/>
              <a:gd name="T74" fmla="*/ 1673 w 3963"/>
              <a:gd name="T75" fmla="*/ 542 h 1306"/>
              <a:gd name="T76" fmla="*/ 1666 w 3963"/>
              <a:gd name="T77" fmla="*/ 561 h 1306"/>
              <a:gd name="T78" fmla="*/ 1305 w 3963"/>
              <a:gd name="T79" fmla="*/ 444 h 1306"/>
              <a:gd name="T80" fmla="*/ 1311 w 3963"/>
              <a:gd name="T81" fmla="*/ 425 h 1306"/>
              <a:gd name="T82" fmla="*/ 1451 w 3963"/>
              <a:gd name="T83" fmla="*/ 481 h 1306"/>
              <a:gd name="T84" fmla="*/ 1210 w 3963"/>
              <a:gd name="T85" fmla="*/ 413 h 1306"/>
              <a:gd name="T86" fmla="*/ 1070 w 3963"/>
              <a:gd name="T87" fmla="*/ 357 h 1306"/>
              <a:gd name="T88" fmla="*/ 1216 w 3963"/>
              <a:gd name="T89" fmla="*/ 394 h 1306"/>
              <a:gd name="T90" fmla="*/ 1210 w 3963"/>
              <a:gd name="T91" fmla="*/ 413 h 1306"/>
              <a:gd name="T92" fmla="*/ 849 w 3963"/>
              <a:gd name="T93" fmla="*/ 295 h 1306"/>
              <a:gd name="T94" fmla="*/ 855 w 3963"/>
              <a:gd name="T95" fmla="*/ 276 h 1306"/>
              <a:gd name="T96" fmla="*/ 994 w 3963"/>
              <a:gd name="T97" fmla="*/ 332 h 1306"/>
              <a:gd name="T98" fmla="*/ 754 w 3963"/>
              <a:gd name="T99" fmla="*/ 264 h 1306"/>
              <a:gd name="T100" fmla="*/ 614 w 3963"/>
              <a:gd name="T101" fmla="*/ 208 h 1306"/>
              <a:gd name="T102" fmla="*/ 760 w 3963"/>
              <a:gd name="T103" fmla="*/ 245 h 1306"/>
              <a:gd name="T104" fmla="*/ 754 w 3963"/>
              <a:gd name="T105" fmla="*/ 264 h 1306"/>
              <a:gd name="T106" fmla="*/ 392 w 3963"/>
              <a:gd name="T107" fmla="*/ 146 h 1306"/>
              <a:gd name="T108" fmla="*/ 398 w 3963"/>
              <a:gd name="T109" fmla="*/ 127 h 1306"/>
              <a:gd name="T110" fmla="*/ 538 w 3963"/>
              <a:gd name="T111" fmla="*/ 183 h 1306"/>
              <a:gd name="T112" fmla="*/ 297 w 3963"/>
              <a:gd name="T113" fmla="*/ 115 h 1306"/>
              <a:gd name="T114" fmla="*/ 158 w 3963"/>
              <a:gd name="T115" fmla="*/ 59 h 1306"/>
              <a:gd name="T116" fmla="*/ 303 w 3963"/>
              <a:gd name="T117" fmla="*/ 96 h 1306"/>
              <a:gd name="T118" fmla="*/ 297 w 3963"/>
              <a:gd name="T119" fmla="*/ 115 h 1306"/>
              <a:gd name="T120" fmla="*/ 8 w 3963"/>
              <a:gd name="T121" fmla="*/ 21 h 1306"/>
              <a:gd name="T122" fmla="*/ 14 w 3963"/>
              <a:gd name="T123" fmla="*/ 2 h 1306"/>
              <a:gd name="T124" fmla="*/ 82 w 3963"/>
              <a:gd name="T125" fmla="*/ 35 h 1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963" h="1306">
                <a:moveTo>
                  <a:pt x="3948" y="1305"/>
                </a:moveTo>
                <a:lnTo>
                  <a:pt x="3815" y="1261"/>
                </a:lnTo>
                <a:lnTo>
                  <a:pt x="3815" y="1261"/>
                </a:lnTo>
                <a:cubicBezTo>
                  <a:pt x="3810" y="1260"/>
                  <a:pt x="3807" y="1254"/>
                  <a:pt x="3809" y="1249"/>
                </a:cubicBezTo>
                <a:cubicBezTo>
                  <a:pt x="3811" y="1243"/>
                  <a:pt x="3816" y="1240"/>
                  <a:pt x="3821" y="1242"/>
                </a:cubicBezTo>
                <a:lnTo>
                  <a:pt x="3955" y="1286"/>
                </a:lnTo>
                <a:cubicBezTo>
                  <a:pt x="3960" y="1287"/>
                  <a:pt x="3963" y="1293"/>
                  <a:pt x="3961" y="1298"/>
                </a:cubicBezTo>
                <a:cubicBezTo>
                  <a:pt x="3959" y="1303"/>
                  <a:pt x="3954" y="1306"/>
                  <a:pt x="3948" y="1305"/>
                </a:cubicBezTo>
                <a:close/>
                <a:moveTo>
                  <a:pt x="3720" y="1230"/>
                </a:moveTo>
                <a:lnTo>
                  <a:pt x="3587" y="1187"/>
                </a:lnTo>
                <a:cubicBezTo>
                  <a:pt x="3582" y="1185"/>
                  <a:pt x="3579" y="1180"/>
                  <a:pt x="3581" y="1174"/>
                </a:cubicBezTo>
                <a:cubicBezTo>
                  <a:pt x="3582" y="1169"/>
                  <a:pt x="3588" y="1166"/>
                  <a:pt x="3593" y="1168"/>
                </a:cubicBezTo>
                <a:lnTo>
                  <a:pt x="3726" y="1211"/>
                </a:lnTo>
                <a:cubicBezTo>
                  <a:pt x="3732" y="1213"/>
                  <a:pt x="3734" y="1219"/>
                  <a:pt x="3733" y="1224"/>
                </a:cubicBezTo>
                <a:cubicBezTo>
                  <a:pt x="3731" y="1229"/>
                  <a:pt x="3725" y="1232"/>
                  <a:pt x="3720" y="1230"/>
                </a:cubicBezTo>
                <a:close/>
                <a:moveTo>
                  <a:pt x="3492" y="1156"/>
                </a:moveTo>
                <a:lnTo>
                  <a:pt x="3359" y="1113"/>
                </a:lnTo>
                <a:cubicBezTo>
                  <a:pt x="3354" y="1111"/>
                  <a:pt x="3351" y="1105"/>
                  <a:pt x="3352" y="1100"/>
                </a:cubicBezTo>
                <a:cubicBezTo>
                  <a:pt x="3354" y="1095"/>
                  <a:pt x="3360" y="1092"/>
                  <a:pt x="3365" y="1094"/>
                </a:cubicBezTo>
                <a:lnTo>
                  <a:pt x="3498" y="1137"/>
                </a:lnTo>
                <a:cubicBezTo>
                  <a:pt x="3503" y="1139"/>
                  <a:pt x="3506" y="1144"/>
                  <a:pt x="3505" y="1149"/>
                </a:cubicBezTo>
                <a:cubicBezTo>
                  <a:pt x="3503" y="1155"/>
                  <a:pt x="3497" y="1158"/>
                  <a:pt x="3492" y="1156"/>
                </a:cubicBezTo>
                <a:close/>
                <a:moveTo>
                  <a:pt x="3264" y="1082"/>
                </a:moveTo>
                <a:lnTo>
                  <a:pt x="3131" y="1038"/>
                </a:lnTo>
                <a:cubicBezTo>
                  <a:pt x="3125" y="1037"/>
                  <a:pt x="3123" y="1031"/>
                  <a:pt x="3124" y="1026"/>
                </a:cubicBezTo>
                <a:cubicBezTo>
                  <a:pt x="3126" y="1020"/>
                  <a:pt x="3132" y="1017"/>
                  <a:pt x="3137" y="1019"/>
                </a:cubicBezTo>
                <a:lnTo>
                  <a:pt x="3270" y="1063"/>
                </a:lnTo>
                <a:cubicBezTo>
                  <a:pt x="3275" y="1064"/>
                  <a:pt x="3278" y="1070"/>
                  <a:pt x="3276" y="1075"/>
                </a:cubicBezTo>
                <a:cubicBezTo>
                  <a:pt x="3275" y="1080"/>
                  <a:pt x="3269" y="1083"/>
                  <a:pt x="3264" y="1082"/>
                </a:cubicBezTo>
                <a:close/>
                <a:moveTo>
                  <a:pt x="3036" y="1007"/>
                </a:moveTo>
                <a:lnTo>
                  <a:pt x="2902" y="964"/>
                </a:lnTo>
                <a:cubicBezTo>
                  <a:pt x="2897" y="962"/>
                  <a:pt x="2894" y="957"/>
                  <a:pt x="2896" y="951"/>
                </a:cubicBezTo>
                <a:cubicBezTo>
                  <a:pt x="2898" y="946"/>
                  <a:pt x="2903" y="943"/>
                  <a:pt x="2909" y="945"/>
                </a:cubicBezTo>
                <a:lnTo>
                  <a:pt x="3042" y="988"/>
                </a:lnTo>
                <a:cubicBezTo>
                  <a:pt x="3047" y="990"/>
                  <a:pt x="3050" y="996"/>
                  <a:pt x="3048" y="1001"/>
                </a:cubicBezTo>
                <a:cubicBezTo>
                  <a:pt x="3046" y="1006"/>
                  <a:pt x="3041" y="1009"/>
                  <a:pt x="3036" y="1007"/>
                </a:cubicBezTo>
                <a:close/>
                <a:moveTo>
                  <a:pt x="2807" y="933"/>
                </a:moveTo>
                <a:lnTo>
                  <a:pt x="2674" y="890"/>
                </a:lnTo>
                <a:cubicBezTo>
                  <a:pt x="2669" y="888"/>
                  <a:pt x="2666" y="882"/>
                  <a:pt x="2668" y="877"/>
                </a:cubicBezTo>
                <a:cubicBezTo>
                  <a:pt x="2670" y="872"/>
                  <a:pt x="2675" y="869"/>
                  <a:pt x="2680" y="871"/>
                </a:cubicBezTo>
                <a:lnTo>
                  <a:pt x="2814" y="914"/>
                </a:lnTo>
                <a:cubicBezTo>
                  <a:pt x="2819" y="916"/>
                  <a:pt x="2822" y="921"/>
                  <a:pt x="2820" y="927"/>
                </a:cubicBezTo>
                <a:cubicBezTo>
                  <a:pt x="2818" y="932"/>
                  <a:pt x="2813" y="935"/>
                  <a:pt x="2807" y="933"/>
                </a:cubicBezTo>
                <a:close/>
                <a:moveTo>
                  <a:pt x="2579" y="859"/>
                </a:moveTo>
                <a:lnTo>
                  <a:pt x="2446" y="815"/>
                </a:lnTo>
                <a:cubicBezTo>
                  <a:pt x="2441" y="814"/>
                  <a:pt x="2438" y="808"/>
                  <a:pt x="2440" y="803"/>
                </a:cubicBezTo>
                <a:cubicBezTo>
                  <a:pt x="2441" y="797"/>
                  <a:pt x="2447" y="795"/>
                  <a:pt x="2452" y="796"/>
                </a:cubicBezTo>
                <a:lnTo>
                  <a:pt x="2585" y="840"/>
                </a:lnTo>
                <a:cubicBezTo>
                  <a:pt x="2591" y="841"/>
                  <a:pt x="2593" y="847"/>
                  <a:pt x="2592" y="852"/>
                </a:cubicBezTo>
                <a:cubicBezTo>
                  <a:pt x="2590" y="857"/>
                  <a:pt x="2584" y="860"/>
                  <a:pt x="2579" y="859"/>
                </a:cubicBezTo>
                <a:close/>
                <a:moveTo>
                  <a:pt x="2351" y="784"/>
                </a:moveTo>
                <a:lnTo>
                  <a:pt x="2218" y="741"/>
                </a:lnTo>
                <a:cubicBezTo>
                  <a:pt x="2213" y="739"/>
                  <a:pt x="2210" y="734"/>
                  <a:pt x="2211" y="728"/>
                </a:cubicBezTo>
                <a:cubicBezTo>
                  <a:pt x="2213" y="723"/>
                  <a:pt x="2219" y="720"/>
                  <a:pt x="2224" y="722"/>
                </a:cubicBezTo>
                <a:lnTo>
                  <a:pt x="2357" y="765"/>
                </a:lnTo>
                <a:cubicBezTo>
                  <a:pt x="2362" y="767"/>
                  <a:pt x="2365" y="773"/>
                  <a:pt x="2364" y="778"/>
                </a:cubicBezTo>
                <a:cubicBezTo>
                  <a:pt x="2362" y="783"/>
                  <a:pt x="2356" y="786"/>
                  <a:pt x="2351" y="784"/>
                </a:cubicBezTo>
                <a:close/>
                <a:moveTo>
                  <a:pt x="2123" y="710"/>
                </a:moveTo>
                <a:lnTo>
                  <a:pt x="1990" y="667"/>
                </a:lnTo>
                <a:cubicBezTo>
                  <a:pt x="1984" y="665"/>
                  <a:pt x="1982" y="659"/>
                  <a:pt x="1983" y="654"/>
                </a:cubicBezTo>
                <a:cubicBezTo>
                  <a:pt x="1985" y="649"/>
                  <a:pt x="1991" y="646"/>
                  <a:pt x="1996" y="648"/>
                </a:cubicBezTo>
                <a:lnTo>
                  <a:pt x="2129" y="691"/>
                </a:lnTo>
                <a:cubicBezTo>
                  <a:pt x="2134" y="693"/>
                  <a:pt x="2137" y="698"/>
                  <a:pt x="2135" y="704"/>
                </a:cubicBezTo>
                <a:cubicBezTo>
                  <a:pt x="2134" y="709"/>
                  <a:pt x="2128" y="712"/>
                  <a:pt x="2123" y="710"/>
                </a:cubicBezTo>
                <a:close/>
                <a:moveTo>
                  <a:pt x="1895" y="636"/>
                </a:moveTo>
                <a:lnTo>
                  <a:pt x="1761" y="592"/>
                </a:lnTo>
                <a:cubicBezTo>
                  <a:pt x="1756" y="591"/>
                  <a:pt x="1753" y="585"/>
                  <a:pt x="1755" y="580"/>
                </a:cubicBezTo>
                <a:cubicBezTo>
                  <a:pt x="1757" y="574"/>
                  <a:pt x="1762" y="572"/>
                  <a:pt x="1768" y="573"/>
                </a:cubicBezTo>
                <a:lnTo>
                  <a:pt x="1901" y="617"/>
                </a:lnTo>
                <a:cubicBezTo>
                  <a:pt x="1906" y="618"/>
                  <a:pt x="1909" y="624"/>
                  <a:pt x="1907" y="629"/>
                </a:cubicBezTo>
                <a:cubicBezTo>
                  <a:pt x="1905" y="634"/>
                  <a:pt x="1900" y="637"/>
                  <a:pt x="1895" y="636"/>
                </a:cubicBezTo>
                <a:close/>
                <a:moveTo>
                  <a:pt x="1666" y="561"/>
                </a:moveTo>
                <a:lnTo>
                  <a:pt x="1533" y="518"/>
                </a:lnTo>
                <a:cubicBezTo>
                  <a:pt x="1528" y="516"/>
                  <a:pt x="1525" y="511"/>
                  <a:pt x="1527" y="505"/>
                </a:cubicBezTo>
                <a:cubicBezTo>
                  <a:pt x="1529" y="500"/>
                  <a:pt x="1534" y="497"/>
                  <a:pt x="1539" y="499"/>
                </a:cubicBezTo>
                <a:lnTo>
                  <a:pt x="1673" y="542"/>
                </a:lnTo>
                <a:cubicBezTo>
                  <a:pt x="1678" y="544"/>
                  <a:pt x="1681" y="550"/>
                  <a:pt x="1679" y="555"/>
                </a:cubicBezTo>
                <a:cubicBezTo>
                  <a:pt x="1677" y="560"/>
                  <a:pt x="1672" y="563"/>
                  <a:pt x="1666" y="561"/>
                </a:cubicBezTo>
                <a:close/>
                <a:moveTo>
                  <a:pt x="1438" y="487"/>
                </a:moveTo>
                <a:lnTo>
                  <a:pt x="1305" y="444"/>
                </a:lnTo>
                <a:cubicBezTo>
                  <a:pt x="1300" y="442"/>
                  <a:pt x="1297" y="436"/>
                  <a:pt x="1299" y="431"/>
                </a:cubicBezTo>
                <a:cubicBezTo>
                  <a:pt x="1300" y="426"/>
                  <a:pt x="1306" y="423"/>
                  <a:pt x="1311" y="425"/>
                </a:cubicBezTo>
                <a:lnTo>
                  <a:pt x="1444" y="468"/>
                </a:lnTo>
                <a:cubicBezTo>
                  <a:pt x="1450" y="470"/>
                  <a:pt x="1452" y="475"/>
                  <a:pt x="1451" y="481"/>
                </a:cubicBezTo>
                <a:cubicBezTo>
                  <a:pt x="1449" y="486"/>
                  <a:pt x="1443" y="489"/>
                  <a:pt x="1438" y="487"/>
                </a:cubicBezTo>
                <a:close/>
                <a:moveTo>
                  <a:pt x="1210" y="413"/>
                </a:moveTo>
                <a:lnTo>
                  <a:pt x="1077" y="369"/>
                </a:lnTo>
                <a:cubicBezTo>
                  <a:pt x="1072" y="368"/>
                  <a:pt x="1069" y="362"/>
                  <a:pt x="1070" y="357"/>
                </a:cubicBezTo>
                <a:cubicBezTo>
                  <a:pt x="1072" y="351"/>
                  <a:pt x="1078" y="349"/>
                  <a:pt x="1083" y="350"/>
                </a:cubicBezTo>
                <a:lnTo>
                  <a:pt x="1216" y="394"/>
                </a:lnTo>
                <a:cubicBezTo>
                  <a:pt x="1221" y="395"/>
                  <a:pt x="1224" y="401"/>
                  <a:pt x="1223" y="406"/>
                </a:cubicBezTo>
                <a:cubicBezTo>
                  <a:pt x="1221" y="411"/>
                  <a:pt x="1215" y="414"/>
                  <a:pt x="1210" y="413"/>
                </a:cubicBezTo>
                <a:close/>
                <a:moveTo>
                  <a:pt x="982" y="338"/>
                </a:moveTo>
                <a:lnTo>
                  <a:pt x="849" y="295"/>
                </a:lnTo>
                <a:cubicBezTo>
                  <a:pt x="843" y="293"/>
                  <a:pt x="841" y="288"/>
                  <a:pt x="842" y="282"/>
                </a:cubicBezTo>
                <a:cubicBezTo>
                  <a:pt x="844" y="277"/>
                  <a:pt x="850" y="274"/>
                  <a:pt x="855" y="276"/>
                </a:cubicBezTo>
                <a:lnTo>
                  <a:pt x="988" y="319"/>
                </a:lnTo>
                <a:cubicBezTo>
                  <a:pt x="993" y="321"/>
                  <a:pt x="996" y="327"/>
                  <a:pt x="994" y="332"/>
                </a:cubicBezTo>
                <a:cubicBezTo>
                  <a:pt x="993" y="337"/>
                  <a:pt x="987" y="340"/>
                  <a:pt x="982" y="338"/>
                </a:cubicBezTo>
                <a:close/>
                <a:moveTo>
                  <a:pt x="754" y="264"/>
                </a:moveTo>
                <a:lnTo>
                  <a:pt x="620" y="221"/>
                </a:lnTo>
                <a:cubicBezTo>
                  <a:pt x="615" y="219"/>
                  <a:pt x="612" y="213"/>
                  <a:pt x="614" y="208"/>
                </a:cubicBezTo>
                <a:cubicBezTo>
                  <a:pt x="616" y="203"/>
                  <a:pt x="621" y="200"/>
                  <a:pt x="627" y="202"/>
                </a:cubicBezTo>
                <a:lnTo>
                  <a:pt x="760" y="245"/>
                </a:lnTo>
                <a:cubicBezTo>
                  <a:pt x="765" y="247"/>
                  <a:pt x="768" y="252"/>
                  <a:pt x="766" y="258"/>
                </a:cubicBezTo>
                <a:cubicBezTo>
                  <a:pt x="764" y="263"/>
                  <a:pt x="759" y="266"/>
                  <a:pt x="754" y="264"/>
                </a:cubicBezTo>
                <a:close/>
                <a:moveTo>
                  <a:pt x="525" y="190"/>
                </a:moveTo>
                <a:lnTo>
                  <a:pt x="392" y="146"/>
                </a:lnTo>
                <a:cubicBezTo>
                  <a:pt x="387" y="145"/>
                  <a:pt x="384" y="139"/>
                  <a:pt x="386" y="134"/>
                </a:cubicBezTo>
                <a:cubicBezTo>
                  <a:pt x="388" y="128"/>
                  <a:pt x="393" y="126"/>
                  <a:pt x="398" y="127"/>
                </a:cubicBezTo>
                <a:lnTo>
                  <a:pt x="532" y="171"/>
                </a:lnTo>
                <a:cubicBezTo>
                  <a:pt x="537" y="172"/>
                  <a:pt x="540" y="178"/>
                  <a:pt x="538" y="183"/>
                </a:cubicBezTo>
                <a:cubicBezTo>
                  <a:pt x="536" y="188"/>
                  <a:pt x="531" y="191"/>
                  <a:pt x="525" y="190"/>
                </a:cubicBezTo>
                <a:close/>
                <a:moveTo>
                  <a:pt x="297" y="115"/>
                </a:moveTo>
                <a:lnTo>
                  <a:pt x="164" y="72"/>
                </a:lnTo>
                <a:cubicBezTo>
                  <a:pt x="159" y="70"/>
                  <a:pt x="156" y="65"/>
                  <a:pt x="158" y="59"/>
                </a:cubicBezTo>
                <a:cubicBezTo>
                  <a:pt x="159" y="54"/>
                  <a:pt x="165" y="51"/>
                  <a:pt x="170" y="53"/>
                </a:cubicBezTo>
                <a:lnTo>
                  <a:pt x="303" y="96"/>
                </a:lnTo>
                <a:cubicBezTo>
                  <a:pt x="309" y="98"/>
                  <a:pt x="311" y="104"/>
                  <a:pt x="310" y="109"/>
                </a:cubicBezTo>
                <a:cubicBezTo>
                  <a:pt x="308" y="114"/>
                  <a:pt x="302" y="117"/>
                  <a:pt x="297" y="115"/>
                </a:cubicBezTo>
                <a:close/>
                <a:moveTo>
                  <a:pt x="69" y="41"/>
                </a:moveTo>
                <a:lnTo>
                  <a:pt x="8" y="21"/>
                </a:lnTo>
                <a:cubicBezTo>
                  <a:pt x="3" y="19"/>
                  <a:pt x="0" y="14"/>
                  <a:pt x="1" y="8"/>
                </a:cubicBezTo>
                <a:cubicBezTo>
                  <a:pt x="3" y="3"/>
                  <a:pt x="9" y="0"/>
                  <a:pt x="14" y="2"/>
                </a:cubicBezTo>
                <a:lnTo>
                  <a:pt x="75" y="22"/>
                </a:lnTo>
                <a:cubicBezTo>
                  <a:pt x="80" y="24"/>
                  <a:pt x="83" y="29"/>
                  <a:pt x="82" y="35"/>
                </a:cubicBezTo>
                <a:cubicBezTo>
                  <a:pt x="80" y="40"/>
                  <a:pt x="74" y="43"/>
                  <a:pt x="69" y="41"/>
                </a:cubicBezTo>
                <a:close/>
              </a:path>
            </a:pathLst>
          </a:custGeom>
          <a:solidFill>
            <a:schemeClr val="bg1"/>
          </a:solidFill>
          <a:ln w="9525" cap="flat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45" name="Freeform 337">
            <a:extLst>
              <a:ext uri="{FF2B5EF4-FFF2-40B4-BE49-F238E27FC236}">
                <a16:creationId xmlns:a16="http://schemas.microsoft.com/office/drawing/2014/main" id="{A7CAB881-47AE-41DB-BE17-B37D6F275814}"/>
              </a:ext>
            </a:extLst>
          </p:cNvPr>
          <p:cNvSpPr>
            <a:spLocks/>
          </p:cNvSpPr>
          <p:nvPr/>
        </p:nvSpPr>
        <p:spPr bwMode="auto">
          <a:xfrm>
            <a:off x="9259889" y="3079751"/>
            <a:ext cx="38100" cy="57150"/>
          </a:xfrm>
          <a:custGeom>
            <a:avLst/>
            <a:gdLst>
              <a:gd name="T0" fmla="*/ 24 w 24"/>
              <a:gd name="T1" fmla="*/ 0 h 36"/>
              <a:gd name="T2" fmla="*/ 0 w 24"/>
              <a:gd name="T3" fmla="*/ 12 h 36"/>
              <a:gd name="T4" fmla="*/ 12 w 24"/>
              <a:gd name="T5" fmla="*/ 36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" h="36">
                <a:moveTo>
                  <a:pt x="24" y="0"/>
                </a:moveTo>
                <a:lnTo>
                  <a:pt x="0" y="12"/>
                </a:lnTo>
                <a:lnTo>
                  <a:pt x="12" y="36"/>
                </a:lnTo>
              </a:path>
            </a:pathLst>
          </a:cu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48" name="Oval 340">
            <a:extLst>
              <a:ext uri="{FF2B5EF4-FFF2-40B4-BE49-F238E27FC236}">
                <a16:creationId xmlns:a16="http://schemas.microsoft.com/office/drawing/2014/main" id="{0A12B598-56BA-416A-A6C0-88BD1DC5F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5276" y="4322763"/>
            <a:ext cx="1055688" cy="481012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2570324315">
                  <a:custGeom>
                    <a:avLst/>
                    <a:gdLst>
                      <a:gd name="connsiteX0" fmla="*/ 0 w 1055688"/>
                      <a:gd name="connsiteY0" fmla="*/ 240506 h 481012"/>
                      <a:gd name="connsiteX1" fmla="*/ 527844 w 1055688"/>
                      <a:gd name="connsiteY1" fmla="*/ 0 h 481012"/>
                      <a:gd name="connsiteX2" fmla="*/ 1055688 w 1055688"/>
                      <a:gd name="connsiteY2" fmla="*/ 240506 h 481012"/>
                      <a:gd name="connsiteX3" fmla="*/ 527844 w 1055688"/>
                      <a:gd name="connsiteY3" fmla="*/ 481012 h 481012"/>
                      <a:gd name="connsiteX4" fmla="*/ 0 w 1055688"/>
                      <a:gd name="connsiteY4" fmla="*/ 240506 h 4810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5688" h="481012" fill="none" extrusionOk="0">
                        <a:moveTo>
                          <a:pt x="0" y="240506"/>
                        </a:moveTo>
                        <a:cubicBezTo>
                          <a:pt x="-12563" y="126156"/>
                          <a:pt x="252771" y="17053"/>
                          <a:pt x="527844" y="0"/>
                        </a:cubicBezTo>
                        <a:cubicBezTo>
                          <a:pt x="845799" y="27542"/>
                          <a:pt x="1059289" y="114999"/>
                          <a:pt x="1055688" y="240506"/>
                        </a:cubicBezTo>
                        <a:cubicBezTo>
                          <a:pt x="993277" y="378688"/>
                          <a:pt x="849159" y="467934"/>
                          <a:pt x="527844" y="481012"/>
                        </a:cubicBezTo>
                        <a:cubicBezTo>
                          <a:pt x="243968" y="457080"/>
                          <a:pt x="10853" y="393945"/>
                          <a:pt x="0" y="240506"/>
                        </a:cubicBezTo>
                        <a:close/>
                      </a:path>
                      <a:path w="1055688" h="481012" stroke="0" extrusionOk="0">
                        <a:moveTo>
                          <a:pt x="0" y="240506"/>
                        </a:moveTo>
                        <a:cubicBezTo>
                          <a:pt x="16178" y="115509"/>
                          <a:pt x="270640" y="-14102"/>
                          <a:pt x="527844" y="0"/>
                        </a:cubicBezTo>
                        <a:cubicBezTo>
                          <a:pt x="846401" y="-13787"/>
                          <a:pt x="1055839" y="103960"/>
                          <a:pt x="1055688" y="240506"/>
                        </a:cubicBezTo>
                        <a:cubicBezTo>
                          <a:pt x="1044608" y="376361"/>
                          <a:pt x="841886" y="432463"/>
                          <a:pt x="527844" y="481012"/>
                        </a:cubicBezTo>
                        <a:cubicBezTo>
                          <a:pt x="246962" y="497115"/>
                          <a:pt x="-1582" y="366806"/>
                          <a:pt x="0" y="24050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50" name="Rectangle 342">
            <a:extLst>
              <a:ext uri="{FF2B5EF4-FFF2-40B4-BE49-F238E27FC236}">
                <a16:creationId xmlns:a16="http://schemas.microsoft.com/office/drawing/2014/main" id="{6013823D-34D9-45DD-9898-0E128E122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9" y="4425951"/>
            <a:ext cx="6032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Написание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1" name="Rectangle 343">
            <a:extLst>
              <a:ext uri="{FF2B5EF4-FFF2-40B4-BE49-F238E27FC236}">
                <a16:creationId xmlns:a16="http://schemas.microsoft.com/office/drawing/2014/main" id="{B4A4CEBC-0D38-476D-96FF-92D749876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0064" y="4560888"/>
            <a:ext cx="709613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текста отзыва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2" name="Freeform 344">
            <a:extLst>
              <a:ext uri="{FF2B5EF4-FFF2-40B4-BE49-F238E27FC236}">
                <a16:creationId xmlns:a16="http://schemas.microsoft.com/office/drawing/2014/main" id="{1875EA3E-2F90-43AC-92F6-056E14E53CC6}"/>
              </a:ext>
            </a:extLst>
          </p:cNvPr>
          <p:cNvSpPr>
            <a:spLocks noEditPoints="1"/>
          </p:cNvSpPr>
          <p:nvPr/>
        </p:nvSpPr>
        <p:spPr bwMode="auto">
          <a:xfrm>
            <a:off x="2366964" y="3600451"/>
            <a:ext cx="1038225" cy="763587"/>
          </a:xfrm>
          <a:custGeom>
            <a:avLst/>
            <a:gdLst>
              <a:gd name="T0" fmla="*/ 119 w 2974"/>
              <a:gd name="T1" fmla="*/ 2085 h 2187"/>
              <a:gd name="T2" fmla="*/ 131 w 2974"/>
              <a:gd name="T3" fmla="*/ 2101 h 2187"/>
              <a:gd name="T4" fmla="*/ 4 w 2974"/>
              <a:gd name="T5" fmla="*/ 2181 h 2187"/>
              <a:gd name="T6" fmla="*/ 199 w 2974"/>
              <a:gd name="T7" fmla="*/ 2025 h 2187"/>
              <a:gd name="T8" fmla="*/ 326 w 2974"/>
              <a:gd name="T9" fmla="*/ 1945 h 2187"/>
              <a:gd name="T10" fmla="*/ 211 w 2974"/>
              <a:gd name="T11" fmla="*/ 2042 h 2187"/>
              <a:gd name="T12" fmla="*/ 199 w 2974"/>
              <a:gd name="T13" fmla="*/ 2025 h 2187"/>
              <a:gd name="T14" fmla="*/ 506 w 2974"/>
              <a:gd name="T15" fmla="*/ 1801 h 2187"/>
              <a:gd name="T16" fmla="*/ 518 w 2974"/>
              <a:gd name="T17" fmla="*/ 1817 h 2187"/>
              <a:gd name="T18" fmla="*/ 391 w 2974"/>
              <a:gd name="T19" fmla="*/ 1897 h 2187"/>
              <a:gd name="T20" fmla="*/ 586 w 2974"/>
              <a:gd name="T21" fmla="*/ 1742 h 2187"/>
              <a:gd name="T22" fmla="*/ 713 w 2974"/>
              <a:gd name="T23" fmla="*/ 1661 h 2187"/>
              <a:gd name="T24" fmla="*/ 598 w 2974"/>
              <a:gd name="T25" fmla="*/ 1758 h 2187"/>
              <a:gd name="T26" fmla="*/ 586 w 2974"/>
              <a:gd name="T27" fmla="*/ 1742 h 2187"/>
              <a:gd name="T28" fmla="*/ 893 w 2974"/>
              <a:gd name="T29" fmla="*/ 1517 h 2187"/>
              <a:gd name="T30" fmla="*/ 905 w 2974"/>
              <a:gd name="T31" fmla="*/ 1533 h 2187"/>
              <a:gd name="T32" fmla="*/ 778 w 2974"/>
              <a:gd name="T33" fmla="*/ 1614 h 2187"/>
              <a:gd name="T34" fmla="*/ 973 w 2974"/>
              <a:gd name="T35" fmla="*/ 1458 h 2187"/>
              <a:gd name="T36" fmla="*/ 1100 w 2974"/>
              <a:gd name="T37" fmla="*/ 1377 h 2187"/>
              <a:gd name="T38" fmla="*/ 985 w 2974"/>
              <a:gd name="T39" fmla="*/ 1474 h 2187"/>
              <a:gd name="T40" fmla="*/ 973 w 2974"/>
              <a:gd name="T41" fmla="*/ 1458 h 2187"/>
              <a:gd name="T42" fmla="*/ 1280 w 2974"/>
              <a:gd name="T43" fmla="*/ 1233 h 2187"/>
              <a:gd name="T44" fmla="*/ 1292 w 2974"/>
              <a:gd name="T45" fmla="*/ 1249 h 2187"/>
              <a:gd name="T46" fmla="*/ 1165 w 2974"/>
              <a:gd name="T47" fmla="*/ 1330 h 2187"/>
              <a:gd name="T48" fmla="*/ 1360 w 2974"/>
              <a:gd name="T49" fmla="*/ 1174 h 2187"/>
              <a:gd name="T50" fmla="*/ 1487 w 2974"/>
              <a:gd name="T51" fmla="*/ 1093 h 2187"/>
              <a:gd name="T52" fmla="*/ 1372 w 2974"/>
              <a:gd name="T53" fmla="*/ 1190 h 2187"/>
              <a:gd name="T54" fmla="*/ 1360 w 2974"/>
              <a:gd name="T55" fmla="*/ 1174 h 2187"/>
              <a:gd name="T56" fmla="*/ 1667 w 2974"/>
              <a:gd name="T57" fmla="*/ 949 h 2187"/>
              <a:gd name="T58" fmla="*/ 1679 w 2974"/>
              <a:gd name="T59" fmla="*/ 965 h 2187"/>
              <a:gd name="T60" fmla="*/ 1552 w 2974"/>
              <a:gd name="T61" fmla="*/ 1046 h 2187"/>
              <a:gd name="T62" fmla="*/ 1748 w 2974"/>
              <a:gd name="T63" fmla="*/ 890 h 2187"/>
              <a:gd name="T64" fmla="*/ 1874 w 2974"/>
              <a:gd name="T65" fmla="*/ 809 h 2187"/>
              <a:gd name="T66" fmla="*/ 1759 w 2974"/>
              <a:gd name="T67" fmla="*/ 906 h 2187"/>
              <a:gd name="T68" fmla="*/ 1748 w 2974"/>
              <a:gd name="T69" fmla="*/ 890 h 2187"/>
              <a:gd name="T70" fmla="*/ 2054 w 2974"/>
              <a:gd name="T71" fmla="*/ 665 h 2187"/>
              <a:gd name="T72" fmla="*/ 2066 w 2974"/>
              <a:gd name="T73" fmla="*/ 681 h 2187"/>
              <a:gd name="T74" fmla="*/ 1939 w 2974"/>
              <a:gd name="T75" fmla="*/ 762 h 2187"/>
              <a:gd name="T76" fmla="*/ 2135 w 2974"/>
              <a:gd name="T77" fmla="*/ 606 h 2187"/>
              <a:gd name="T78" fmla="*/ 2261 w 2974"/>
              <a:gd name="T79" fmla="*/ 525 h 2187"/>
              <a:gd name="T80" fmla="*/ 2146 w 2974"/>
              <a:gd name="T81" fmla="*/ 622 h 2187"/>
              <a:gd name="T82" fmla="*/ 2135 w 2974"/>
              <a:gd name="T83" fmla="*/ 606 h 2187"/>
              <a:gd name="T84" fmla="*/ 2441 w 2974"/>
              <a:gd name="T85" fmla="*/ 381 h 2187"/>
              <a:gd name="T86" fmla="*/ 2453 w 2974"/>
              <a:gd name="T87" fmla="*/ 397 h 2187"/>
              <a:gd name="T88" fmla="*/ 2326 w 2974"/>
              <a:gd name="T89" fmla="*/ 478 h 2187"/>
              <a:gd name="T90" fmla="*/ 2522 w 2974"/>
              <a:gd name="T91" fmla="*/ 322 h 2187"/>
              <a:gd name="T92" fmla="*/ 2648 w 2974"/>
              <a:gd name="T93" fmla="*/ 241 h 2187"/>
              <a:gd name="T94" fmla="*/ 2533 w 2974"/>
              <a:gd name="T95" fmla="*/ 338 h 2187"/>
              <a:gd name="T96" fmla="*/ 2522 w 2974"/>
              <a:gd name="T97" fmla="*/ 322 h 2187"/>
              <a:gd name="T98" fmla="*/ 2828 w 2974"/>
              <a:gd name="T99" fmla="*/ 97 h 2187"/>
              <a:gd name="T100" fmla="*/ 2840 w 2974"/>
              <a:gd name="T101" fmla="*/ 113 h 2187"/>
              <a:gd name="T102" fmla="*/ 2713 w 2974"/>
              <a:gd name="T103" fmla="*/ 194 h 2187"/>
              <a:gd name="T104" fmla="*/ 2909 w 2974"/>
              <a:gd name="T105" fmla="*/ 38 h 2187"/>
              <a:gd name="T106" fmla="*/ 2970 w 2974"/>
              <a:gd name="T107" fmla="*/ 5 h 2187"/>
              <a:gd name="T108" fmla="*/ 2920 w 2974"/>
              <a:gd name="T109" fmla="*/ 54 h 2187"/>
              <a:gd name="T110" fmla="*/ 2909 w 2974"/>
              <a:gd name="T111" fmla="*/ 38 h 2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974" h="2187">
                <a:moveTo>
                  <a:pt x="6" y="2167"/>
                </a:moveTo>
                <a:lnTo>
                  <a:pt x="119" y="2085"/>
                </a:lnTo>
                <a:cubicBezTo>
                  <a:pt x="123" y="2081"/>
                  <a:pt x="129" y="2082"/>
                  <a:pt x="133" y="2087"/>
                </a:cubicBezTo>
                <a:cubicBezTo>
                  <a:pt x="136" y="2091"/>
                  <a:pt x="135" y="2097"/>
                  <a:pt x="131" y="2101"/>
                </a:cubicBezTo>
                <a:lnTo>
                  <a:pt x="18" y="2184"/>
                </a:lnTo>
                <a:cubicBezTo>
                  <a:pt x="13" y="2187"/>
                  <a:pt x="7" y="2186"/>
                  <a:pt x="4" y="2181"/>
                </a:cubicBezTo>
                <a:cubicBezTo>
                  <a:pt x="0" y="2177"/>
                  <a:pt x="1" y="2171"/>
                  <a:pt x="6" y="2167"/>
                </a:cubicBezTo>
                <a:close/>
                <a:moveTo>
                  <a:pt x="199" y="2025"/>
                </a:moveTo>
                <a:lnTo>
                  <a:pt x="312" y="1943"/>
                </a:lnTo>
                <a:cubicBezTo>
                  <a:pt x="317" y="1939"/>
                  <a:pt x="323" y="1940"/>
                  <a:pt x="326" y="1945"/>
                </a:cubicBezTo>
                <a:cubicBezTo>
                  <a:pt x="330" y="1949"/>
                  <a:pt x="329" y="1955"/>
                  <a:pt x="324" y="1959"/>
                </a:cubicBezTo>
                <a:lnTo>
                  <a:pt x="211" y="2042"/>
                </a:lnTo>
                <a:cubicBezTo>
                  <a:pt x="207" y="2045"/>
                  <a:pt x="201" y="2044"/>
                  <a:pt x="197" y="2039"/>
                </a:cubicBezTo>
                <a:cubicBezTo>
                  <a:pt x="194" y="2035"/>
                  <a:pt x="195" y="2029"/>
                  <a:pt x="199" y="2025"/>
                </a:cubicBezTo>
                <a:close/>
                <a:moveTo>
                  <a:pt x="393" y="1883"/>
                </a:moveTo>
                <a:lnTo>
                  <a:pt x="506" y="1801"/>
                </a:lnTo>
                <a:cubicBezTo>
                  <a:pt x="510" y="1797"/>
                  <a:pt x="516" y="1798"/>
                  <a:pt x="520" y="1803"/>
                </a:cubicBezTo>
                <a:cubicBezTo>
                  <a:pt x="523" y="1807"/>
                  <a:pt x="522" y="1814"/>
                  <a:pt x="518" y="1817"/>
                </a:cubicBezTo>
                <a:lnTo>
                  <a:pt x="405" y="1900"/>
                </a:lnTo>
                <a:cubicBezTo>
                  <a:pt x="400" y="1903"/>
                  <a:pt x="394" y="1902"/>
                  <a:pt x="391" y="1897"/>
                </a:cubicBezTo>
                <a:cubicBezTo>
                  <a:pt x="387" y="1893"/>
                  <a:pt x="388" y="1887"/>
                  <a:pt x="393" y="1883"/>
                </a:cubicBezTo>
                <a:close/>
                <a:moveTo>
                  <a:pt x="586" y="1742"/>
                </a:moveTo>
                <a:lnTo>
                  <a:pt x="699" y="1659"/>
                </a:lnTo>
                <a:cubicBezTo>
                  <a:pt x="704" y="1655"/>
                  <a:pt x="710" y="1656"/>
                  <a:pt x="713" y="1661"/>
                </a:cubicBezTo>
                <a:cubicBezTo>
                  <a:pt x="717" y="1665"/>
                  <a:pt x="716" y="1672"/>
                  <a:pt x="711" y="1675"/>
                </a:cubicBezTo>
                <a:lnTo>
                  <a:pt x="598" y="1758"/>
                </a:lnTo>
                <a:cubicBezTo>
                  <a:pt x="594" y="1761"/>
                  <a:pt x="588" y="1760"/>
                  <a:pt x="584" y="1755"/>
                </a:cubicBezTo>
                <a:cubicBezTo>
                  <a:pt x="581" y="1751"/>
                  <a:pt x="582" y="1745"/>
                  <a:pt x="586" y="1742"/>
                </a:cubicBezTo>
                <a:close/>
                <a:moveTo>
                  <a:pt x="780" y="1600"/>
                </a:moveTo>
                <a:lnTo>
                  <a:pt x="893" y="1517"/>
                </a:lnTo>
                <a:cubicBezTo>
                  <a:pt x="897" y="1513"/>
                  <a:pt x="904" y="1514"/>
                  <a:pt x="907" y="1519"/>
                </a:cubicBezTo>
                <a:cubicBezTo>
                  <a:pt x="910" y="1523"/>
                  <a:pt x="909" y="1530"/>
                  <a:pt x="905" y="1533"/>
                </a:cubicBezTo>
                <a:lnTo>
                  <a:pt x="792" y="1616"/>
                </a:lnTo>
                <a:cubicBezTo>
                  <a:pt x="787" y="1619"/>
                  <a:pt x="781" y="1618"/>
                  <a:pt x="778" y="1614"/>
                </a:cubicBezTo>
                <a:cubicBezTo>
                  <a:pt x="775" y="1609"/>
                  <a:pt x="775" y="1603"/>
                  <a:pt x="780" y="1600"/>
                </a:cubicBezTo>
                <a:close/>
                <a:moveTo>
                  <a:pt x="973" y="1458"/>
                </a:moveTo>
                <a:lnTo>
                  <a:pt x="1086" y="1375"/>
                </a:lnTo>
                <a:cubicBezTo>
                  <a:pt x="1091" y="1372"/>
                  <a:pt x="1097" y="1372"/>
                  <a:pt x="1100" y="1377"/>
                </a:cubicBezTo>
                <a:cubicBezTo>
                  <a:pt x="1104" y="1381"/>
                  <a:pt x="1103" y="1388"/>
                  <a:pt x="1098" y="1391"/>
                </a:cubicBezTo>
                <a:lnTo>
                  <a:pt x="985" y="1474"/>
                </a:lnTo>
                <a:cubicBezTo>
                  <a:pt x="981" y="1477"/>
                  <a:pt x="975" y="1476"/>
                  <a:pt x="971" y="1472"/>
                </a:cubicBezTo>
                <a:cubicBezTo>
                  <a:pt x="968" y="1467"/>
                  <a:pt x="969" y="1461"/>
                  <a:pt x="973" y="1458"/>
                </a:cubicBezTo>
                <a:close/>
                <a:moveTo>
                  <a:pt x="1167" y="1316"/>
                </a:moveTo>
                <a:lnTo>
                  <a:pt x="1280" y="1233"/>
                </a:lnTo>
                <a:cubicBezTo>
                  <a:pt x="1284" y="1230"/>
                  <a:pt x="1291" y="1231"/>
                  <a:pt x="1294" y="1235"/>
                </a:cubicBezTo>
                <a:cubicBezTo>
                  <a:pt x="1297" y="1239"/>
                  <a:pt x="1296" y="1246"/>
                  <a:pt x="1292" y="1249"/>
                </a:cubicBezTo>
                <a:lnTo>
                  <a:pt x="1179" y="1332"/>
                </a:lnTo>
                <a:cubicBezTo>
                  <a:pt x="1174" y="1335"/>
                  <a:pt x="1168" y="1334"/>
                  <a:pt x="1165" y="1330"/>
                </a:cubicBezTo>
                <a:cubicBezTo>
                  <a:pt x="1162" y="1325"/>
                  <a:pt x="1163" y="1319"/>
                  <a:pt x="1167" y="1316"/>
                </a:cubicBezTo>
                <a:close/>
                <a:moveTo>
                  <a:pt x="1360" y="1174"/>
                </a:moveTo>
                <a:lnTo>
                  <a:pt x="1473" y="1091"/>
                </a:lnTo>
                <a:cubicBezTo>
                  <a:pt x="1478" y="1088"/>
                  <a:pt x="1484" y="1089"/>
                  <a:pt x="1487" y="1093"/>
                </a:cubicBezTo>
                <a:cubicBezTo>
                  <a:pt x="1491" y="1097"/>
                  <a:pt x="1490" y="1104"/>
                  <a:pt x="1485" y="1107"/>
                </a:cubicBezTo>
                <a:lnTo>
                  <a:pt x="1372" y="1190"/>
                </a:lnTo>
                <a:cubicBezTo>
                  <a:pt x="1368" y="1193"/>
                  <a:pt x="1362" y="1192"/>
                  <a:pt x="1358" y="1188"/>
                </a:cubicBezTo>
                <a:cubicBezTo>
                  <a:pt x="1355" y="1183"/>
                  <a:pt x="1356" y="1177"/>
                  <a:pt x="1360" y="1174"/>
                </a:cubicBezTo>
                <a:close/>
                <a:moveTo>
                  <a:pt x="1554" y="1032"/>
                </a:moveTo>
                <a:lnTo>
                  <a:pt x="1667" y="949"/>
                </a:lnTo>
                <a:cubicBezTo>
                  <a:pt x="1671" y="946"/>
                  <a:pt x="1678" y="947"/>
                  <a:pt x="1681" y="951"/>
                </a:cubicBezTo>
                <a:cubicBezTo>
                  <a:pt x="1684" y="956"/>
                  <a:pt x="1683" y="962"/>
                  <a:pt x="1679" y="965"/>
                </a:cubicBezTo>
                <a:lnTo>
                  <a:pt x="1566" y="1048"/>
                </a:lnTo>
                <a:cubicBezTo>
                  <a:pt x="1561" y="1051"/>
                  <a:pt x="1555" y="1050"/>
                  <a:pt x="1552" y="1046"/>
                </a:cubicBezTo>
                <a:cubicBezTo>
                  <a:pt x="1549" y="1041"/>
                  <a:pt x="1550" y="1035"/>
                  <a:pt x="1554" y="1032"/>
                </a:cubicBezTo>
                <a:close/>
                <a:moveTo>
                  <a:pt x="1748" y="890"/>
                </a:moveTo>
                <a:lnTo>
                  <a:pt x="1860" y="807"/>
                </a:lnTo>
                <a:cubicBezTo>
                  <a:pt x="1865" y="804"/>
                  <a:pt x="1871" y="805"/>
                  <a:pt x="1874" y="809"/>
                </a:cubicBezTo>
                <a:cubicBezTo>
                  <a:pt x="1878" y="814"/>
                  <a:pt x="1877" y="820"/>
                  <a:pt x="1872" y="823"/>
                </a:cubicBezTo>
                <a:lnTo>
                  <a:pt x="1759" y="906"/>
                </a:lnTo>
                <a:cubicBezTo>
                  <a:pt x="1755" y="909"/>
                  <a:pt x="1749" y="908"/>
                  <a:pt x="1745" y="904"/>
                </a:cubicBezTo>
                <a:cubicBezTo>
                  <a:pt x="1742" y="899"/>
                  <a:pt x="1743" y="893"/>
                  <a:pt x="1748" y="890"/>
                </a:cubicBezTo>
                <a:close/>
                <a:moveTo>
                  <a:pt x="1941" y="748"/>
                </a:moveTo>
                <a:lnTo>
                  <a:pt x="2054" y="665"/>
                </a:lnTo>
                <a:cubicBezTo>
                  <a:pt x="2058" y="662"/>
                  <a:pt x="2065" y="663"/>
                  <a:pt x="2068" y="667"/>
                </a:cubicBezTo>
                <a:cubicBezTo>
                  <a:pt x="2071" y="672"/>
                  <a:pt x="2070" y="678"/>
                  <a:pt x="2066" y="681"/>
                </a:cubicBezTo>
                <a:lnTo>
                  <a:pt x="1953" y="764"/>
                </a:lnTo>
                <a:cubicBezTo>
                  <a:pt x="1948" y="767"/>
                  <a:pt x="1942" y="766"/>
                  <a:pt x="1939" y="762"/>
                </a:cubicBezTo>
                <a:cubicBezTo>
                  <a:pt x="1936" y="757"/>
                  <a:pt x="1937" y="751"/>
                  <a:pt x="1941" y="748"/>
                </a:cubicBezTo>
                <a:close/>
                <a:moveTo>
                  <a:pt x="2135" y="606"/>
                </a:moveTo>
                <a:lnTo>
                  <a:pt x="2247" y="523"/>
                </a:lnTo>
                <a:cubicBezTo>
                  <a:pt x="2252" y="520"/>
                  <a:pt x="2258" y="521"/>
                  <a:pt x="2261" y="525"/>
                </a:cubicBezTo>
                <a:cubicBezTo>
                  <a:pt x="2265" y="530"/>
                  <a:pt x="2264" y="536"/>
                  <a:pt x="2259" y="539"/>
                </a:cubicBezTo>
                <a:lnTo>
                  <a:pt x="2146" y="622"/>
                </a:lnTo>
                <a:cubicBezTo>
                  <a:pt x="2142" y="625"/>
                  <a:pt x="2136" y="624"/>
                  <a:pt x="2132" y="620"/>
                </a:cubicBezTo>
                <a:cubicBezTo>
                  <a:pt x="2129" y="615"/>
                  <a:pt x="2130" y="609"/>
                  <a:pt x="2135" y="606"/>
                </a:cubicBezTo>
                <a:close/>
                <a:moveTo>
                  <a:pt x="2328" y="464"/>
                </a:moveTo>
                <a:lnTo>
                  <a:pt x="2441" y="381"/>
                </a:lnTo>
                <a:cubicBezTo>
                  <a:pt x="2445" y="378"/>
                  <a:pt x="2452" y="379"/>
                  <a:pt x="2455" y="383"/>
                </a:cubicBezTo>
                <a:cubicBezTo>
                  <a:pt x="2458" y="388"/>
                  <a:pt x="2457" y="394"/>
                  <a:pt x="2453" y="397"/>
                </a:cubicBezTo>
                <a:lnTo>
                  <a:pt x="2340" y="480"/>
                </a:lnTo>
                <a:cubicBezTo>
                  <a:pt x="2335" y="483"/>
                  <a:pt x="2329" y="482"/>
                  <a:pt x="2326" y="478"/>
                </a:cubicBezTo>
                <a:cubicBezTo>
                  <a:pt x="2323" y="473"/>
                  <a:pt x="2324" y="467"/>
                  <a:pt x="2328" y="464"/>
                </a:cubicBezTo>
                <a:close/>
                <a:moveTo>
                  <a:pt x="2522" y="322"/>
                </a:moveTo>
                <a:lnTo>
                  <a:pt x="2634" y="239"/>
                </a:lnTo>
                <a:cubicBezTo>
                  <a:pt x="2639" y="236"/>
                  <a:pt x="2645" y="237"/>
                  <a:pt x="2648" y="241"/>
                </a:cubicBezTo>
                <a:cubicBezTo>
                  <a:pt x="2652" y="246"/>
                  <a:pt x="2651" y="252"/>
                  <a:pt x="2646" y="255"/>
                </a:cubicBezTo>
                <a:lnTo>
                  <a:pt x="2533" y="338"/>
                </a:lnTo>
                <a:cubicBezTo>
                  <a:pt x="2529" y="341"/>
                  <a:pt x="2523" y="340"/>
                  <a:pt x="2519" y="336"/>
                </a:cubicBezTo>
                <a:cubicBezTo>
                  <a:pt x="2516" y="331"/>
                  <a:pt x="2517" y="325"/>
                  <a:pt x="2522" y="322"/>
                </a:cubicBezTo>
                <a:close/>
                <a:moveTo>
                  <a:pt x="2715" y="180"/>
                </a:moveTo>
                <a:lnTo>
                  <a:pt x="2828" y="97"/>
                </a:lnTo>
                <a:cubicBezTo>
                  <a:pt x="2832" y="94"/>
                  <a:pt x="2839" y="95"/>
                  <a:pt x="2842" y="99"/>
                </a:cubicBezTo>
                <a:cubicBezTo>
                  <a:pt x="2845" y="104"/>
                  <a:pt x="2844" y="110"/>
                  <a:pt x="2840" y="113"/>
                </a:cubicBezTo>
                <a:lnTo>
                  <a:pt x="2727" y="196"/>
                </a:lnTo>
                <a:cubicBezTo>
                  <a:pt x="2722" y="199"/>
                  <a:pt x="2716" y="198"/>
                  <a:pt x="2713" y="194"/>
                </a:cubicBezTo>
                <a:cubicBezTo>
                  <a:pt x="2710" y="190"/>
                  <a:pt x="2711" y="183"/>
                  <a:pt x="2715" y="180"/>
                </a:cubicBezTo>
                <a:close/>
                <a:moveTo>
                  <a:pt x="2909" y="38"/>
                </a:moveTo>
                <a:lnTo>
                  <a:pt x="2956" y="3"/>
                </a:lnTo>
                <a:cubicBezTo>
                  <a:pt x="2961" y="0"/>
                  <a:pt x="2967" y="1"/>
                  <a:pt x="2970" y="5"/>
                </a:cubicBezTo>
                <a:cubicBezTo>
                  <a:pt x="2974" y="10"/>
                  <a:pt x="2973" y="16"/>
                  <a:pt x="2968" y="19"/>
                </a:cubicBezTo>
                <a:lnTo>
                  <a:pt x="2920" y="54"/>
                </a:lnTo>
                <a:cubicBezTo>
                  <a:pt x="2916" y="57"/>
                  <a:pt x="2910" y="56"/>
                  <a:pt x="2906" y="52"/>
                </a:cubicBezTo>
                <a:cubicBezTo>
                  <a:pt x="2903" y="48"/>
                  <a:pt x="2904" y="41"/>
                  <a:pt x="2909" y="38"/>
                </a:cubicBezTo>
                <a:close/>
              </a:path>
            </a:pathLst>
          </a:custGeom>
          <a:solidFill>
            <a:schemeClr val="bg1"/>
          </a:solidFill>
          <a:ln w="9525" cap="flat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sp>
        <p:nvSpPr>
          <p:cNvPr id="353" name="Freeform 345">
            <a:extLst>
              <a:ext uri="{FF2B5EF4-FFF2-40B4-BE49-F238E27FC236}">
                <a16:creationId xmlns:a16="http://schemas.microsoft.com/office/drawing/2014/main" id="{98954832-C896-42B5-8389-F9E385D95D31}"/>
              </a:ext>
            </a:extLst>
          </p:cNvPr>
          <p:cNvSpPr>
            <a:spLocks/>
          </p:cNvSpPr>
          <p:nvPr/>
        </p:nvSpPr>
        <p:spPr bwMode="auto">
          <a:xfrm>
            <a:off x="3357564" y="3597276"/>
            <a:ext cx="42863" cy="49212"/>
          </a:xfrm>
          <a:custGeom>
            <a:avLst/>
            <a:gdLst>
              <a:gd name="T0" fmla="*/ 23 w 27"/>
              <a:gd name="T1" fmla="*/ 31 h 31"/>
              <a:gd name="T2" fmla="*/ 27 w 27"/>
              <a:gd name="T3" fmla="*/ 4 h 31"/>
              <a:gd name="T4" fmla="*/ 0 w 27"/>
              <a:gd name="T5" fmla="*/ 0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" h="31">
                <a:moveTo>
                  <a:pt x="23" y="31"/>
                </a:moveTo>
                <a:lnTo>
                  <a:pt x="27" y="4"/>
                </a:lnTo>
                <a:lnTo>
                  <a:pt x="0" y="0"/>
                </a:lnTo>
              </a:path>
            </a:pathLst>
          </a:cu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56" name="Freeform 348">
            <a:extLst>
              <a:ext uri="{FF2B5EF4-FFF2-40B4-BE49-F238E27FC236}">
                <a16:creationId xmlns:a16="http://schemas.microsoft.com/office/drawing/2014/main" id="{657D1BCA-71E9-452D-B0E4-B7F6E150C832}"/>
              </a:ext>
            </a:extLst>
          </p:cNvPr>
          <p:cNvSpPr>
            <a:spLocks noEditPoints="1"/>
          </p:cNvSpPr>
          <p:nvPr/>
        </p:nvSpPr>
        <p:spPr bwMode="auto">
          <a:xfrm>
            <a:off x="2676526" y="2401888"/>
            <a:ext cx="787400" cy="782637"/>
          </a:xfrm>
          <a:custGeom>
            <a:avLst/>
            <a:gdLst>
              <a:gd name="T0" fmla="*/ 117 w 2254"/>
              <a:gd name="T1" fmla="*/ 103 h 2241"/>
              <a:gd name="T2" fmla="*/ 103 w 2254"/>
              <a:gd name="T3" fmla="*/ 117 h 2241"/>
              <a:gd name="T4" fmla="*/ 4 w 2254"/>
              <a:gd name="T5" fmla="*/ 4 h 2241"/>
              <a:gd name="T6" fmla="*/ 188 w 2254"/>
              <a:gd name="T7" fmla="*/ 173 h 2241"/>
              <a:gd name="T8" fmla="*/ 287 w 2254"/>
              <a:gd name="T9" fmla="*/ 286 h 2241"/>
              <a:gd name="T10" fmla="*/ 174 w 2254"/>
              <a:gd name="T11" fmla="*/ 188 h 2241"/>
              <a:gd name="T12" fmla="*/ 188 w 2254"/>
              <a:gd name="T13" fmla="*/ 173 h 2241"/>
              <a:gd name="T14" fmla="*/ 457 w 2254"/>
              <a:gd name="T15" fmla="*/ 441 h 2241"/>
              <a:gd name="T16" fmla="*/ 443 w 2254"/>
              <a:gd name="T17" fmla="*/ 456 h 2241"/>
              <a:gd name="T18" fmla="*/ 344 w 2254"/>
              <a:gd name="T19" fmla="*/ 343 h 2241"/>
              <a:gd name="T20" fmla="*/ 528 w 2254"/>
              <a:gd name="T21" fmla="*/ 512 h 2241"/>
              <a:gd name="T22" fmla="*/ 628 w 2254"/>
              <a:gd name="T23" fmla="*/ 625 h 2241"/>
              <a:gd name="T24" fmla="*/ 514 w 2254"/>
              <a:gd name="T25" fmla="*/ 526 h 2241"/>
              <a:gd name="T26" fmla="*/ 528 w 2254"/>
              <a:gd name="T27" fmla="*/ 512 h 2241"/>
              <a:gd name="T28" fmla="*/ 798 w 2254"/>
              <a:gd name="T29" fmla="*/ 780 h 2241"/>
              <a:gd name="T30" fmla="*/ 784 w 2254"/>
              <a:gd name="T31" fmla="*/ 794 h 2241"/>
              <a:gd name="T32" fmla="*/ 684 w 2254"/>
              <a:gd name="T33" fmla="*/ 681 h 2241"/>
              <a:gd name="T34" fmla="*/ 869 w 2254"/>
              <a:gd name="T35" fmla="*/ 850 h 2241"/>
              <a:gd name="T36" fmla="*/ 968 w 2254"/>
              <a:gd name="T37" fmla="*/ 963 h 2241"/>
              <a:gd name="T38" fmla="*/ 855 w 2254"/>
              <a:gd name="T39" fmla="*/ 864 h 2241"/>
              <a:gd name="T40" fmla="*/ 869 w 2254"/>
              <a:gd name="T41" fmla="*/ 850 h 2241"/>
              <a:gd name="T42" fmla="*/ 1138 w 2254"/>
              <a:gd name="T43" fmla="*/ 1118 h 2241"/>
              <a:gd name="T44" fmla="*/ 1124 w 2254"/>
              <a:gd name="T45" fmla="*/ 1132 h 2241"/>
              <a:gd name="T46" fmla="*/ 1025 w 2254"/>
              <a:gd name="T47" fmla="*/ 1019 h 2241"/>
              <a:gd name="T48" fmla="*/ 1209 w 2254"/>
              <a:gd name="T49" fmla="*/ 1189 h 2241"/>
              <a:gd name="T50" fmla="*/ 1309 w 2254"/>
              <a:gd name="T51" fmla="*/ 1301 h 2241"/>
              <a:gd name="T52" fmla="*/ 1195 w 2254"/>
              <a:gd name="T53" fmla="*/ 1203 h 2241"/>
              <a:gd name="T54" fmla="*/ 1209 w 2254"/>
              <a:gd name="T55" fmla="*/ 1189 h 2241"/>
              <a:gd name="T56" fmla="*/ 1479 w 2254"/>
              <a:gd name="T57" fmla="*/ 1456 h 2241"/>
              <a:gd name="T58" fmla="*/ 1465 w 2254"/>
              <a:gd name="T59" fmla="*/ 1471 h 2241"/>
              <a:gd name="T60" fmla="*/ 1365 w 2254"/>
              <a:gd name="T61" fmla="*/ 1358 h 2241"/>
              <a:gd name="T62" fmla="*/ 1550 w 2254"/>
              <a:gd name="T63" fmla="*/ 1527 h 2241"/>
              <a:gd name="T64" fmla="*/ 1649 w 2254"/>
              <a:gd name="T65" fmla="*/ 1640 h 2241"/>
              <a:gd name="T66" fmla="*/ 1536 w 2254"/>
              <a:gd name="T67" fmla="*/ 1541 h 2241"/>
              <a:gd name="T68" fmla="*/ 1550 w 2254"/>
              <a:gd name="T69" fmla="*/ 1527 h 2241"/>
              <a:gd name="T70" fmla="*/ 1819 w 2254"/>
              <a:gd name="T71" fmla="*/ 1795 h 2241"/>
              <a:gd name="T72" fmla="*/ 1805 w 2254"/>
              <a:gd name="T73" fmla="*/ 1809 h 2241"/>
              <a:gd name="T74" fmla="*/ 1706 w 2254"/>
              <a:gd name="T75" fmla="*/ 1696 h 2241"/>
              <a:gd name="T76" fmla="*/ 1890 w 2254"/>
              <a:gd name="T77" fmla="*/ 1865 h 2241"/>
              <a:gd name="T78" fmla="*/ 1990 w 2254"/>
              <a:gd name="T79" fmla="*/ 1978 h 2241"/>
              <a:gd name="T80" fmla="*/ 1876 w 2254"/>
              <a:gd name="T81" fmla="*/ 1880 h 2241"/>
              <a:gd name="T82" fmla="*/ 1890 w 2254"/>
              <a:gd name="T83" fmla="*/ 1865 h 2241"/>
              <a:gd name="T84" fmla="*/ 2160 w 2254"/>
              <a:gd name="T85" fmla="*/ 2133 h 2241"/>
              <a:gd name="T86" fmla="*/ 2146 w 2254"/>
              <a:gd name="T87" fmla="*/ 2147 h 2241"/>
              <a:gd name="T88" fmla="*/ 2046 w 2254"/>
              <a:gd name="T89" fmla="*/ 2035 h 2241"/>
              <a:gd name="T90" fmla="*/ 2231 w 2254"/>
              <a:gd name="T91" fmla="*/ 2204 h 2241"/>
              <a:gd name="T92" fmla="*/ 2250 w 2254"/>
              <a:gd name="T93" fmla="*/ 2237 h 2241"/>
              <a:gd name="T94" fmla="*/ 2217 w 2254"/>
              <a:gd name="T95" fmla="*/ 2218 h 2241"/>
              <a:gd name="T96" fmla="*/ 2231 w 2254"/>
              <a:gd name="T97" fmla="*/ 2204 h 2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254" h="2241">
                <a:moveTo>
                  <a:pt x="18" y="4"/>
                </a:moveTo>
                <a:lnTo>
                  <a:pt x="117" y="103"/>
                </a:lnTo>
                <a:cubicBezTo>
                  <a:pt x="121" y="107"/>
                  <a:pt x="121" y="113"/>
                  <a:pt x="117" y="117"/>
                </a:cubicBezTo>
                <a:cubicBezTo>
                  <a:pt x="113" y="121"/>
                  <a:pt x="107" y="121"/>
                  <a:pt x="103" y="117"/>
                </a:cubicBezTo>
                <a:lnTo>
                  <a:pt x="4" y="18"/>
                </a:lnTo>
                <a:cubicBezTo>
                  <a:pt x="0" y="15"/>
                  <a:pt x="0" y="8"/>
                  <a:pt x="4" y="4"/>
                </a:cubicBezTo>
                <a:cubicBezTo>
                  <a:pt x="7" y="0"/>
                  <a:pt x="14" y="0"/>
                  <a:pt x="18" y="4"/>
                </a:cubicBezTo>
                <a:close/>
                <a:moveTo>
                  <a:pt x="188" y="173"/>
                </a:moveTo>
                <a:lnTo>
                  <a:pt x="287" y="272"/>
                </a:lnTo>
                <a:cubicBezTo>
                  <a:pt x="291" y="276"/>
                  <a:pt x="291" y="282"/>
                  <a:pt x="287" y="286"/>
                </a:cubicBezTo>
                <a:cubicBezTo>
                  <a:pt x="283" y="290"/>
                  <a:pt x="277" y="290"/>
                  <a:pt x="273" y="286"/>
                </a:cubicBezTo>
                <a:lnTo>
                  <a:pt x="174" y="188"/>
                </a:lnTo>
                <a:cubicBezTo>
                  <a:pt x="170" y="184"/>
                  <a:pt x="170" y="177"/>
                  <a:pt x="174" y="174"/>
                </a:cubicBezTo>
                <a:cubicBezTo>
                  <a:pt x="178" y="170"/>
                  <a:pt x="184" y="170"/>
                  <a:pt x="188" y="173"/>
                </a:cubicBezTo>
                <a:close/>
                <a:moveTo>
                  <a:pt x="358" y="343"/>
                </a:moveTo>
                <a:lnTo>
                  <a:pt x="457" y="441"/>
                </a:lnTo>
                <a:cubicBezTo>
                  <a:pt x="461" y="445"/>
                  <a:pt x="461" y="452"/>
                  <a:pt x="458" y="455"/>
                </a:cubicBezTo>
                <a:cubicBezTo>
                  <a:pt x="454" y="459"/>
                  <a:pt x="447" y="459"/>
                  <a:pt x="443" y="456"/>
                </a:cubicBezTo>
                <a:lnTo>
                  <a:pt x="344" y="357"/>
                </a:lnTo>
                <a:cubicBezTo>
                  <a:pt x="340" y="353"/>
                  <a:pt x="340" y="347"/>
                  <a:pt x="344" y="343"/>
                </a:cubicBezTo>
                <a:cubicBezTo>
                  <a:pt x="348" y="339"/>
                  <a:pt x="354" y="339"/>
                  <a:pt x="358" y="343"/>
                </a:cubicBezTo>
                <a:close/>
                <a:moveTo>
                  <a:pt x="528" y="512"/>
                </a:moveTo>
                <a:lnTo>
                  <a:pt x="628" y="611"/>
                </a:lnTo>
                <a:cubicBezTo>
                  <a:pt x="632" y="614"/>
                  <a:pt x="632" y="621"/>
                  <a:pt x="628" y="625"/>
                </a:cubicBezTo>
                <a:cubicBezTo>
                  <a:pt x="624" y="629"/>
                  <a:pt x="618" y="629"/>
                  <a:pt x="614" y="625"/>
                </a:cubicBezTo>
                <a:lnTo>
                  <a:pt x="514" y="526"/>
                </a:lnTo>
                <a:cubicBezTo>
                  <a:pt x="510" y="522"/>
                  <a:pt x="510" y="516"/>
                  <a:pt x="514" y="512"/>
                </a:cubicBezTo>
                <a:cubicBezTo>
                  <a:pt x="518" y="508"/>
                  <a:pt x="524" y="508"/>
                  <a:pt x="528" y="512"/>
                </a:cubicBezTo>
                <a:close/>
                <a:moveTo>
                  <a:pt x="699" y="681"/>
                </a:moveTo>
                <a:lnTo>
                  <a:pt x="798" y="780"/>
                </a:lnTo>
                <a:cubicBezTo>
                  <a:pt x="802" y="784"/>
                  <a:pt x="802" y="790"/>
                  <a:pt x="798" y="794"/>
                </a:cubicBezTo>
                <a:cubicBezTo>
                  <a:pt x="794" y="798"/>
                  <a:pt x="788" y="798"/>
                  <a:pt x="784" y="794"/>
                </a:cubicBezTo>
                <a:lnTo>
                  <a:pt x="685" y="695"/>
                </a:lnTo>
                <a:cubicBezTo>
                  <a:pt x="681" y="691"/>
                  <a:pt x="681" y="685"/>
                  <a:pt x="684" y="681"/>
                </a:cubicBezTo>
                <a:cubicBezTo>
                  <a:pt x="688" y="677"/>
                  <a:pt x="695" y="677"/>
                  <a:pt x="699" y="681"/>
                </a:cubicBezTo>
                <a:close/>
                <a:moveTo>
                  <a:pt x="869" y="850"/>
                </a:moveTo>
                <a:lnTo>
                  <a:pt x="968" y="949"/>
                </a:lnTo>
                <a:cubicBezTo>
                  <a:pt x="972" y="953"/>
                  <a:pt x="972" y="959"/>
                  <a:pt x="968" y="963"/>
                </a:cubicBezTo>
                <a:cubicBezTo>
                  <a:pt x="964" y="967"/>
                  <a:pt x="958" y="967"/>
                  <a:pt x="954" y="963"/>
                </a:cubicBezTo>
                <a:lnTo>
                  <a:pt x="855" y="864"/>
                </a:lnTo>
                <a:cubicBezTo>
                  <a:pt x="851" y="861"/>
                  <a:pt x="851" y="854"/>
                  <a:pt x="855" y="850"/>
                </a:cubicBezTo>
                <a:cubicBezTo>
                  <a:pt x="859" y="846"/>
                  <a:pt x="865" y="846"/>
                  <a:pt x="869" y="850"/>
                </a:cubicBezTo>
                <a:close/>
                <a:moveTo>
                  <a:pt x="1039" y="1019"/>
                </a:moveTo>
                <a:lnTo>
                  <a:pt x="1138" y="1118"/>
                </a:lnTo>
                <a:cubicBezTo>
                  <a:pt x="1142" y="1122"/>
                  <a:pt x="1142" y="1128"/>
                  <a:pt x="1138" y="1132"/>
                </a:cubicBezTo>
                <a:cubicBezTo>
                  <a:pt x="1135" y="1136"/>
                  <a:pt x="1128" y="1136"/>
                  <a:pt x="1124" y="1132"/>
                </a:cubicBezTo>
                <a:lnTo>
                  <a:pt x="1025" y="1034"/>
                </a:lnTo>
                <a:cubicBezTo>
                  <a:pt x="1021" y="1030"/>
                  <a:pt x="1021" y="1023"/>
                  <a:pt x="1025" y="1019"/>
                </a:cubicBezTo>
                <a:cubicBezTo>
                  <a:pt x="1029" y="1016"/>
                  <a:pt x="1035" y="1016"/>
                  <a:pt x="1039" y="1019"/>
                </a:cubicBezTo>
                <a:close/>
                <a:moveTo>
                  <a:pt x="1209" y="1189"/>
                </a:moveTo>
                <a:lnTo>
                  <a:pt x="1309" y="1287"/>
                </a:lnTo>
                <a:cubicBezTo>
                  <a:pt x="1313" y="1291"/>
                  <a:pt x="1313" y="1298"/>
                  <a:pt x="1309" y="1301"/>
                </a:cubicBezTo>
                <a:cubicBezTo>
                  <a:pt x="1305" y="1305"/>
                  <a:pt x="1298" y="1305"/>
                  <a:pt x="1294" y="1301"/>
                </a:cubicBezTo>
                <a:lnTo>
                  <a:pt x="1195" y="1203"/>
                </a:lnTo>
                <a:cubicBezTo>
                  <a:pt x="1191" y="1199"/>
                  <a:pt x="1191" y="1193"/>
                  <a:pt x="1195" y="1189"/>
                </a:cubicBezTo>
                <a:cubicBezTo>
                  <a:pt x="1199" y="1185"/>
                  <a:pt x="1205" y="1185"/>
                  <a:pt x="1209" y="1189"/>
                </a:cubicBezTo>
                <a:close/>
                <a:moveTo>
                  <a:pt x="1380" y="1358"/>
                </a:moveTo>
                <a:lnTo>
                  <a:pt x="1479" y="1456"/>
                </a:lnTo>
                <a:cubicBezTo>
                  <a:pt x="1483" y="1460"/>
                  <a:pt x="1483" y="1467"/>
                  <a:pt x="1479" y="1471"/>
                </a:cubicBezTo>
                <a:cubicBezTo>
                  <a:pt x="1475" y="1475"/>
                  <a:pt x="1469" y="1475"/>
                  <a:pt x="1465" y="1471"/>
                </a:cubicBezTo>
                <a:lnTo>
                  <a:pt x="1365" y="1372"/>
                </a:lnTo>
                <a:cubicBezTo>
                  <a:pt x="1361" y="1368"/>
                  <a:pt x="1361" y="1362"/>
                  <a:pt x="1365" y="1358"/>
                </a:cubicBezTo>
                <a:cubicBezTo>
                  <a:pt x="1369" y="1354"/>
                  <a:pt x="1376" y="1354"/>
                  <a:pt x="1380" y="1358"/>
                </a:cubicBezTo>
                <a:close/>
                <a:moveTo>
                  <a:pt x="1550" y="1527"/>
                </a:moveTo>
                <a:lnTo>
                  <a:pt x="1649" y="1626"/>
                </a:lnTo>
                <a:cubicBezTo>
                  <a:pt x="1653" y="1630"/>
                  <a:pt x="1653" y="1636"/>
                  <a:pt x="1649" y="1640"/>
                </a:cubicBezTo>
                <a:cubicBezTo>
                  <a:pt x="1645" y="1644"/>
                  <a:pt x="1639" y="1644"/>
                  <a:pt x="1635" y="1640"/>
                </a:cubicBezTo>
                <a:lnTo>
                  <a:pt x="1536" y="1541"/>
                </a:lnTo>
                <a:cubicBezTo>
                  <a:pt x="1532" y="1537"/>
                  <a:pt x="1532" y="1531"/>
                  <a:pt x="1536" y="1527"/>
                </a:cubicBezTo>
                <a:cubicBezTo>
                  <a:pt x="1539" y="1523"/>
                  <a:pt x="1546" y="1523"/>
                  <a:pt x="1550" y="1527"/>
                </a:cubicBezTo>
                <a:close/>
                <a:moveTo>
                  <a:pt x="1720" y="1696"/>
                </a:moveTo>
                <a:lnTo>
                  <a:pt x="1819" y="1795"/>
                </a:lnTo>
                <a:cubicBezTo>
                  <a:pt x="1823" y="1799"/>
                  <a:pt x="1823" y="1805"/>
                  <a:pt x="1819" y="1809"/>
                </a:cubicBezTo>
                <a:cubicBezTo>
                  <a:pt x="1815" y="1813"/>
                  <a:pt x="1809" y="1813"/>
                  <a:pt x="1805" y="1809"/>
                </a:cubicBezTo>
                <a:lnTo>
                  <a:pt x="1706" y="1710"/>
                </a:lnTo>
                <a:cubicBezTo>
                  <a:pt x="1702" y="1706"/>
                  <a:pt x="1702" y="1700"/>
                  <a:pt x="1706" y="1696"/>
                </a:cubicBezTo>
                <a:cubicBezTo>
                  <a:pt x="1710" y="1692"/>
                  <a:pt x="1716" y="1692"/>
                  <a:pt x="1720" y="1696"/>
                </a:cubicBezTo>
                <a:close/>
                <a:moveTo>
                  <a:pt x="1890" y="1865"/>
                </a:moveTo>
                <a:lnTo>
                  <a:pt x="1989" y="1964"/>
                </a:lnTo>
                <a:cubicBezTo>
                  <a:pt x="1993" y="1968"/>
                  <a:pt x="1993" y="1974"/>
                  <a:pt x="1990" y="1978"/>
                </a:cubicBezTo>
                <a:cubicBezTo>
                  <a:pt x="1986" y="1982"/>
                  <a:pt x="1979" y="1982"/>
                  <a:pt x="1975" y="1978"/>
                </a:cubicBezTo>
                <a:lnTo>
                  <a:pt x="1876" y="1880"/>
                </a:lnTo>
                <a:cubicBezTo>
                  <a:pt x="1872" y="1876"/>
                  <a:pt x="1872" y="1869"/>
                  <a:pt x="1876" y="1865"/>
                </a:cubicBezTo>
                <a:cubicBezTo>
                  <a:pt x="1880" y="1861"/>
                  <a:pt x="1886" y="1861"/>
                  <a:pt x="1890" y="1865"/>
                </a:cubicBezTo>
                <a:close/>
                <a:moveTo>
                  <a:pt x="2060" y="2035"/>
                </a:moveTo>
                <a:lnTo>
                  <a:pt x="2160" y="2133"/>
                </a:lnTo>
                <a:cubicBezTo>
                  <a:pt x="2164" y="2137"/>
                  <a:pt x="2164" y="2143"/>
                  <a:pt x="2160" y="2147"/>
                </a:cubicBezTo>
                <a:cubicBezTo>
                  <a:pt x="2156" y="2151"/>
                  <a:pt x="2150" y="2151"/>
                  <a:pt x="2146" y="2147"/>
                </a:cubicBezTo>
                <a:lnTo>
                  <a:pt x="2046" y="2049"/>
                </a:lnTo>
                <a:cubicBezTo>
                  <a:pt x="2042" y="2045"/>
                  <a:pt x="2042" y="2038"/>
                  <a:pt x="2046" y="2035"/>
                </a:cubicBezTo>
                <a:cubicBezTo>
                  <a:pt x="2050" y="2031"/>
                  <a:pt x="2056" y="2031"/>
                  <a:pt x="2060" y="2035"/>
                </a:cubicBezTo>
                <a:close/>
                <a:moveTo>
                  <a:pt x="2231" y="2204"/>
                </a:moveTo>
                <a:lnTo>
                  <a:pt x="2250" y="2223"/>
                </a:lnTo>
                <a:cubicBezTo>
                  <a:pt x="2254" y="2227"/>
                  <a:pt x="2254" y="2233"/>
                  <a:pt x="2250" y="2237"/>
                </a:cubicBezTo>
                <a:cubicBezTo>
                  <a:pt x="2246" y="2241"/>
                  <a:pt x="2240" y="2241"/>
                  <a:pt x="2236" y="2237"/>
                </a:cubicBezTo>
                <a:lnTo>
                  <a:pt x="2217" y="2218"/>
                </a:lnTo>
                <a:cubicBezTo>
                  <a:pt x="2213" y="2214"/>
                  <a:pt x="2213" y="2208"/>
                  <a:pt x="2216" y="2204"/>
                </a:cubicBezTo>
                <a:cubicBezTo>
                  <a:pt x="2220" y="2200"/>
                  <a:pt x="2227" y="2200"/>
                  <a:pt x="2231" y="2204"/>
                </a:cubicBezTo>
                <a:close/>
              </a:path>
            </a:pathLst>
          </a:custGeom>
          <a:solidFill>
            <a:schemeClr val="bg1"/>
          </a:solidFill>
          <a:ln w="12700" cap="flat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7" name="Freeform 349">
            <a:extLst>
              <a:ext uri="{FF2B5EF4-FFF2-40B4-BE49-F238E27FC236}">
                <a16:creationId xmlns:a16="http://schemas.microsoft.com/office/drawing/2014/main" id="{AF5B2ADE-3600-42A0-AC9B-292D5E000DA4}"/>
              </a:ext>
            </a:extLst>
          </p:cNvPr>
          <p:cNvSpPr>
            <a:spLocks/>
          </p:cNvSpPr>
          <p:nvPr/>
        </p:nvSpPr>
        <p:spPr bwMode="auto">
          <a:xfrm>
            <a:off x="3416301" y="3138488"/>
            <a:ext cx="42863" cy="42862"/>
          </a:xfrm>
          <a:custGeom>
            <a:avLst/>
            <a:gdLst>
              <a:gd name="T0" fmla="*/ 0 w 27"/>
              <a:gd name="T1" fmla="*/ 27 h 27"/>
              <a:gd name="T2" fmla="*/ 27 w 27"/>
              <a:gd name="T3" fmla="*/ 27 h 27"/>
              <a:gd name="T4" fmla="*/ 27 w 27"/>
              <a:gd name="T5" fmla="*/ 0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" h="27">
                <a:moveTo>
                  <a:pt x="0" y="27"/>
                </a:moveTo>
                <a:lnTo>
                  <a:pt x="27" y="27"/>
                </a:lnTo>
                <a:lnTo>
                  <a:pt x="27" y="0"/>
                </a:lnTo>
              </a:path>
            </a:pathLst>
          </a:cu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60" name="Line 352">
            <a:extLst>
              <a:ext uri="{FF2B5EF4-FFF2-40B4-BE49-F238E27FC236}">
                <a16:creationId xmlns:a16="http://schemas.microsoft.com/office/drawing/2014/main" id="{EDBAFDAE-1D6C-49A2-AA73-8599D07EDB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1" y="2036763"/>
            <a:ext cx="152400" cy="1373187"/>
          </a:xfrm>
          <a:prstGeom prst="line">
            <a:avLst/>
          </a:prstGeom>
          <a:noFill/>
          <a:ln w="12700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61" name="Freeform 353">
            <a:extLst>
              <a:ext uri="{FF2B5EF4-FFF2-40B4-BE49-F238E27FC236}">
                <a16:creationId xmlns:a16="http://schemas.microsoft.com/office/drawing/2014/main" id="{C8F28DFE-717F-4C36-B009-A7A47E5BE83C}"/>
              </a:ext>
            </a:extLst>
          </p:cNvPr>
          <p:cNvSpPr>
            <a:spLocks noEditPoints="1"/>
          </p:cNvSpPr>
          <p:nvPr/>
        </p:nvSpPr>
        <p:spPr bwMode="auto">
          <a:xfrm>
            <a:off x="3155951" y="5159376"/>
            <a:ext cx="6350" cy="601662"/>
          </a:xfrm>
          <a:custGeom>
            <a:avLst/>
            <a:gdLst>
              <a:gd name="T0" fmla="*/ 0 w 20"/>
              <a:gd name="T1" fmla="*/ 1710 h 1720"/>
              <a:gd name="T2" fmla="*/ 0 w 20"/>
              <a:gd name="T3" fmla="*/ 1570 h 1720"/>
              <a:gd name="T4" fmla="*/ 10 w 20"/>
              <a:gd name="T5" fmla="*/ 1560 h 1720"/>
              <a:gd name="T6" fmla="*/ 20 w 20"/>
              <a:gd name="T7" fmla="*/ 1570 h 1720"/>
              <a:gd name="T8" fmla="*/ 20 w 20"/>
              <a:gd name="T9" fmla="*/ 1710 h 1720"/>
              <a:gd name="T10" fmla="*/ 10 w 20"/>
              <a:gd name="T11" fmla="*/ 1720 h 1720"/>
              <a:gd name="T12" fmla="*/ 0 w 20"/>
              <a:gd name="T13" fmla="*/ 1710 h 1720"/>
              <a:gd name="T14" fmla="*/ 0 w 20"/>
              <a:gd name="T15" fmla="*/ 1470 h 1720"/>
              <a:gd name="T16" fmla="*/ 0 w 20"/>
              <a:gd name="T17" fmla="*/ 1330 h 1720"/>
              <a:gd name="T18" fmla="*/ 10 w 20"/>
              <a:gd name="T19" fmla="*/ 1320 h 1720"/>
              <a:gd name="T20" fmla="*/ 20 w 20"/>
              <a:gd name="T21" fmla="*/ 1330 h 1720"/>
              <a:gd name="T22" fmla="*/ 20 w 20"/>
              <a:gd name="T23" fmla="*/ 1470 h 1720"/>
              <a:gd name="T24" fmla="*/ 10 w 20"/>
              <a:gd name="T25" fmla="*/ 1480 h 1720"/>
              <a:gd name="T26" fmla="*/ 0 w 20"/>
              <a:gd name="T27" fmla="*/ 1470 h 1720"/>
              <a:gd name="T28" fmla="*/ 0 w 20"/>
              <a:gd name="T29" fmla="*/ 1230 h 1720"/>
              <a:gd name="T30" fmla="*/ 0 w 20"/>
              <a:gd name="T31" fmla="*/ 1090 h 1720"/>
              <a:gd name="T32" fmla="*/ 10 w 20"/>
              <a:gd name="T33" fmla="*/ 1080 h 1720"/>
              <a:gd name="T34" fmla="*/ 20 w 20"/>
              <a:gd name="T35" fmla="*/ 1090 h 1720"/>
              <a:gd name="T36" fmla="*/ 20 w 20"/>
              <a:gd name="T37" fmla="*/ 1230 h 1720"/>
              <a:gd name="T38" fmla="*/ 10 w 20"/>
              <a:gd name="T39" fmla="*/ 1240 h 1720"/>
              <a:gd name="T40" fmla="*/ 0 w 20"/>
              <a:gd name="T41" fmla="*/ 1230 h 1720"/>
              <a:gd name="T42" fmla="*/ 0 w 20"/>
              <a:gd name="T43" fmla="*/ 990 h 1720"/>
              <a:gd name="T44" fmla="*/ 0 w 20"/>
              <a:gd name="T45" fmla="*/ 850 h 1720"/>
              <a:gd name="T46" fmla="*/ 10 w 20"/>
              <a:gd name="T47" fmla="*/ 840 h 1720"/>
              <a:gd name="T48" fmla="*/ 20 w 20"/>
              <a:gd name="T49" fmla="*/ 850 h 1720"/>
              <a:gd name="T50" fmla="*/ 20 w 20"/>
              <a:gd name="T51" fmla="*/ 990 h 1720"/>
              <a:gd name="T52" fmla="*/ 10 w 20"/>
              <a:gd name="T53" fmla="*/ 1000 h 1720"/>
              <a:gd name="T54" fmla="*/ 0 w 20"/>
              <a:gd name="T55" fmla="*/ 990 h 1720"/>
              <a:gd name="T56" fmla="*/ 0 w 20"/>
              <a:gd name="T57" fmla="*/ 750 h 1720"/>
              <a:gd name="T58" fmla="*/ 0 w 20"/>
              <a:gd name="T59" fmla="*/ 610 h 1720"/>
              <a:gd name="T60" fmla="*/ 10 w 20"/>
              <a:gd name="T61" fmla="*/ 600 h 1720"/>
              <a:gd name="T62" fmla="*/ 20 w 20"/>
              <a:gd name="T63" fmla="*/ 610 h 1720"/>
              <a:gd name="T64" fmla="*/ 20 w 20"/>
              <a:gd name="T65" fmla="*/ 750 h 1720"/>
              <a:gd name="T66" fmla="*/ 10 w 20"/>
              <a:gd name="T67" fmla="*/ 760 h 1720"/>
              <a:gd name="T68" fmla="*/ 0 w 20"/>
              <a:gd name="T69" fmla="*/ 750 h 1720"/>
              <a:gd name="T70" fmla="*/ 0 w 20"/>
              <a:gd name="T71" fmla="*/ 510 h 1720"/>
              <a:gd name="T72" fmla="*/ 0 w 20"/>
              <a:gd name="T73" fmla="*/ 370 h 1720"/>
              <a:gd name="T74" fmla="*/ 10 w 20"/>
              <a:gd name="T75" fmla="*/ 360 h 1720"/>
              <a:gd name="T76" fmla="*/ 20 w 20"/>
              <a:gd name="T77" fmla="*/ 370 h 1720"/>
              <a:gd name="T78" fmla="*/ 20 w 20"/>
              <a:gd name="T79" fmla="*/ 510 h 1720"/>
              <a:gd name="T80" fmla="*/ 10 w 20"/>
              <a:gd name="T81" fmla="*/ 520 h 1720"/>
              <a:gd name="T82" fmla="*/ 0 w 20"/>
              <a:gd name="T83" fmla="*/ 510 h 1720"/>
              <a:gd name="T84" fmla="*/ 0 w 20"/>
              <a:gd name="T85" fmla="*/ 270 h 1720"/>
              <a:gd name="T86" fmla="*/ 0 w 20"/>
              <a:gd name="T87" fmla="*/ 130 h 1720"/>
              <a:gd name="T88" fmla="*/ 10 w 20"/>
              <a:gd name="T89" fmla="*/ 120 h 1720"/>
              <a:gd name="T90" fmla="*/ 20 w 20"/>
              <a:gd name="T91" fmla="*/ 130 h 1720"/>
              <a:gd name="T92" fmla="*/ 20 w 20"/>
              <a:gd name="T93" fmla="*/ 270 h 1720"/>
              <a:gd name="T94" fmla="*/ 10 w 20"/>
              <a:gd name="T95" fmla="*/ 280 h 1720"/>
              <a:gd name="T96" fmla="*/ 0 w 20"/>
              <a:gd name="T97" fmla="*/ 270 h 1720"/>
              <a:gd name="T98" fmla="*/ 0 w 20"/>
              <a:gd name="T99" fmla="*/ 30 h 1720"/>
              <a:gd name="T100" fmla="*/ 0 w 20"/>
              <a:gd name="T101" fmla="*/ 10 h 1720"/>
              <a:gd name="T102" fmla="*/ 10 w 20"/>
              <a:gd name="T103" fmla="*/ 0 h 1720"/>
              <a:gd name="T104" fmla="*/ 20 w 20"/>
              <a:gd name="T105" fmla="*/ 10 h 1720"/>
              <a:gd name="T106" fmla="*/ 20 w 20"/>
              <a:gd name="T107" fmla="*/ 30 h 1720"/>
              <a:gd name="T108" fmla="*/ 10 w 20"/>
              <a:gd name="T109" fmla="*/ 40 h 1720"/>
              <a:gd name="T110" fmla="*/ 0 w 20"/>
              <a:gd name="T111" fmla="*/ 30 h 1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0" h="1720">
                <a:moveTo>
                  <a:pt x="0" y="1710"/>
                </a:moveTo>
                <a:lnTo>
                  <a:pt x="0" y="1570"/>
                </a:lnTo>
                <a:cubicBezTo>
                  <a:pt x="0" y="1564"/>
                  <a:pt x="4" y="1560"/>
                  <a:pt x="10" y="1560"/>
                </a:cubicBezTo>
                <a:cubicBezTo>
                  <a:pt x="15" y="1560"/>
                  <a:pt x="20" y="1564"/>
                  <a:pt x="20" y="1570"/>
                </a:cubicBezTo>
                <a:lnTo>
                  <a:pt x="20" y="1710"/>
                </a:lnTo>
                <a:cubicBezTo>
                  <a:pt x="20" y="1715"/>
                  <a:pt x="15" y="1720"/>
                  <a:pt x="10" y="1720"/>
                </a:cubicBezTo>
                <a:cubicBezTo>
                  <a:pt x="4" y="1720"/>
                  <a:pt x="0" y="1715"/>
                  <a:pt x="0" y="1710"/>
                </a:cubicBezTo>
                <a:close/>
                <a:moveTo>
                  <a:pt x="0" y="1470"/>
                </a:moveTo>
                <a:lnTo>
                  <a:pt x="0" y="1330"/>
                </a:lnTo>
                <a:cubicBezTo>
                  <a:pt x="0" y="1324"/>
                  <a:pt x="4" y="1320"/>
                  <a:pt x="10" y="1320"/>
                </a:cubicBezTo>
                <a:cubicBezTo>
                  <a:pt x="15" y="1320"/>
                  <a:pt x="20" y="1324"/>
                  <a:pt x="20" y="1330"/>
                </a:cubicBezTo>
                <a:lnTo>
                  <a:pt x="20" y="1470"/>
                </a:lnTo>
                <a:cubicBezTo>
                  <a:pt x="20" y="1475"/>
                  <a:pt x="15" y="1480"/>
                  <a:pt x="10" y="1480"/>
                </a:cubicBezTo>
                <a:cubicBezTo>
                  <a:pt x="4" y="1480"/>
                  <a:pt x="0" y="1475"/>
                  <a:pt x="0" y="1470"/>
                </a:cubicBezTo>
                <a:close/>
                <a:moveTo>
                  <a:pt x="0" y="1230"/>
                </a:moveTo>
                <a:lnTo>
                  <a:pt x="0" y="1090"/>
                </a:lnTo>
                <a:cubicBezTo>
                  <a:pt x="0" y="1084"/>
                  <a:pt x="4" y="1080"/>
                  <a:pt x="10" y="1080"/>
                </a:cubicBezTo>
                <a:cubicBezTo>
                  <a:pt x="15" y="1080"/>
                  <a:pt x="20" y="1084"/>
                  <a:pt x="20" y="1090"/>
                </a:cubicBezTo>
                <a:lnTo>
                  <a:pt x="20" y="1230"/>
                </a:lnTo>
                <a:cubicBezTo>
                  <a:pt x="20" y="1235"/>
                  <a:pt x="15" y="1240"/>
                  <a:pt x="10" y="1240"/>
                </a:cubicBezTo>
                <a:cubicBezTo>
                  <a:pt x="4" y="1240"/>
                  <a:pt x="0" y="1235"/>
                  <a:pt x="0" y="1230"/>
                </a:cubicBezTo>
                <a:close/>
                <a:moveTo>
                  <a:pt x="0" y="990"/>
                </a:moveTo>
                <a:lnTo>
                  <a:pt x="0" y="850"/>
                </a:lnTo>
                <a:cubicBezTo>
                  <a:pt x="0" y="844"/>
                  <a:pt x="4" y="840"/>
                  <a:pt x="10" y="840"/>
                </a:cubicBezTo>
                <a:cubicBezTo>
                  <a:pt x="15" y="840"/>
                  <a:pt x="20" y="844"/>
                  <a:pt x="20" y="850"/>
                </a:cubicBezTo>
                <a:lnTo>
                  <a:pt x="20" y="990"/>
                </a:lnTo>
                <a:cubicBezTo>
                  <a:pt x="20" y="995"/>
                  <a:pt x="15" y="1000"/>
                  <a:pt x="10" y="1000"/>
                </a:cubicBezTo>
                <a:cubicBezTo>
                  <a:pt x="4" y="1000"/>
                  <a:pt x="0" y="995"/>
                  <a:pt x="0" y="990"/>
                </a:cubicBezTo>
                <a:close/>
                <a:moveTo>
                  <a:pt x="0" y="750"/>
                </a:moveTo>
                <a:lnTo>
                  <a:pt x="0" y="610"/>
                </a:lnTo>
                <a:cubicBezTo>
                  <a:pt x="0" y="604"/>
                  <a:pt x="4" y="600"/>
                  <a:pt x="10" y="600"/>
                </a:cubicBezTo>
                <a:cubicBezTo>
                  <a:pt x="15" y="600"/>
                  <a:pt x="20" y="604"/>
                  <a:pt x="20" y="610"/>
                </a:cubicBezTo>
                <a:lnTo>
                  <a:pt x="20" y="750"/>
                </a:lnTo>
                <a:cubicBezTo>
                  <a:pt x="20" y="755"/>
                  <a:pt x="15" y="760"/>
                  <a:pt x="10" y="760"/>
                </a:cubicBezTo>
                <a:cubicBezTo>
                  <a:pt x="4" y="760"/>
                  <a:pt x="0" y="755"/>
                  <a:pt x="0" y="750"/>
                </a:cubicBezTo>
                <a:close/>
                <a:moveTo>
                  <a:pt x="0" y="510"/>
                </a:moveTo>
                <a:lnTo>
                  <a:pt x="0" y="370"/>
                </a:lnTo>
                <a:cubicBezTo>
                  <a:pt x="0" y="364"/>
                  <a:pt x="4" y="360"/>
                  <a:pt x="10" y="360"/>
                </a:cubicBezTo>
                <a:cubicBezTo>
                  <a:pt x="15" y="360"/>
                  <a:pt x="20" y="364"/>
                  <a:pt x="20" y="370"/>
                </a:cubicBezTo>
                <a:lnTo>
                  <a:pt x="20" y="510"/>
                </a:lnTo>
                <a:cubicBezTo>
                  <a:pt x="20" y="515"/>
                  <a:pt x="15" y="520"/>
                  <a:pt x="10" y="520"/>
                </a:cubicBezTo>
                <a:cubicBezTo>
                  <a:pt x="4" y="520"/>
                  <a:pt x="0" y="515"/>
                  <a:pt x="0" y="510"/>
                </a:cubicBezTo>
                <a:close/>
                <a:moveTo>
                  <a:pt x="0" y="270"/>
                </a:moveTo>
                <a:lnTo>
                  <a:pt x="0" y="130"/>
                </a:lnTo>
                <a:cubicBezTo>
                  <a:pt x="0" y="124"/>
                  <a:pt x="4" y="120"/>
                  <a:pt x="10" y="120"/>
                </a:cubicBezTo>
                <a:cubicBezTo>
                  <a:pt x="15" y="120"/>
                  <a:pt x="20" y="124"/>
                  <a:pt x="20" y="130"/>
                </a:cubicBezTo>
                <a:lnTo>
                  <a:pt x="20" y="270"/>
                </a:lnTo>
                <a:cubicBezTo>
                  <a:pt x="20" y="275"/>
                  <a:pt x="15" y="280"/>
                  <a:pt x="10" y="280"/>
                </a:cubicBezTo>
                <a:cubicBezTo>
                  <a:pt x="4" y="280"/>
                  <a:pt x="0" y="275"/>
                  <a:pt x="0" y="270"/>
                </a:cubicBezTo>
                <a:close/>
                <a:moveTo>
                  <a:pt x="0" y="30"/>
                </a:move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ubicBezTo>
                  <a:pt x="15" y="0"/>
                  <a:pt x="20" y="5"/>
                  <a:pt x="20" y="10"/>
                </a:cubicBezTo>
                <a:lnTo>
                  <a:pt x="20" y="30"/>
                </a:lnTo>
                <a:cubicBezTo>
                  <a:pt x="20" y="35"/>
                  <a:pt x="15" y="40"/>
                  <a:pt x="10" y="40"/>
                </a:cubicBezTo>
                <a:cubicBezTo>
                  <a:pt x="4" y="40"/>
                  <a:pt x="0" y="35"/>
                  <a:pt x="0" y="30"/>
                </a:cubicBezTo>
                <a:close/>
              </a:path>
            </a:pathLst>
          </a:custGeom>
          <a:solidFill>
            <a:schemeClr val="bg1"/>
          </a:solidFill>
          <a:ln w="9525" cap="flat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62" name="Freeform 354">
            <a:extLst>
              <a:ext uri="{FF2B5EF4-FFF2-40B4-BE49-F238E27FC236}">
                <a16:creationId xmlns:a16="http://schemas.microsoft.com/office/drawing/2014/main" id="{2E22359F-3ACF-45A1-95E7-8B35CF1BE377}"/>
              </a:ext>
            </a:extLst>
          </p:cNvPr>
          <p:cNvSpPr>
            <a:spLocks/>
          </p:cNvSpPr>
          <p:nvPr/>
        </p:nvSpPr>
        <p:spPr bwMode="auto">
          <a:xfrm>
            <a:off x="3128964" y="5164138"/>
            <a:ext cx="60325" cy="30162"/>
          </a:xfrm>
          <a:custGeom>
            <a:avLst/>
            <a:gdLst>
              <a:gd name="T0" fmla="*/ 38 w 38"/>
              <a:gd name="T1" fmla="*/ 19 h 19"/>
              <a:gd name="T2" fmla="*/ 19 w 38"/>
              <a:gd name="T3" fmla="*/ 0 h 19"/>
              <a:gd name="T4" fmla="*/ 0 w 38"/>
              <a:gd name="T5" fmla="*/ 19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" h="19">
                <a:moveTo>
                  <a:pt x="38" y="19"/>
                </a:moveTo>
                <a:lnTo>
                  <a:pt x="19" y="0"/>
                </a:lnTo>
                <a:lnTo>
                  <a:pt x="0" y="19"/>
                </a:lnTo>
              </a:path>
            </a:pathLst>
          </a:cu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65" name="Freeform 357">
            <a:extLst>
              <a:ext uri="{FF2B5EF4-FFF2-40B4-BE49-F238E27FC236}">
                <a16:creationId xmlns:a16="http://schemas.microsoft.com/office/drawing/2014/main" id="{41AB366C-5A10-40F4-AF19-781AB8562782}"/>
              </a:ext>
            </a:extLst>
          </p:cNvPr>
          <p:cNvSpPr>
            <a:spLocks noEditPoints="1"/>
          </p:cNvSpPr>
          <p:nvPr/>
        </p:nvSpPr>
        <p:spPr bwMode="auto">
          <a:xfrm>
            <a:off x="2100264" y="5084763"/>
            <a:ext cx="668338" cy="255587"/>
          </a:xfrm>
          <a:custGeom>
            <a:avLst/>
            <a:gdLst>
              <a:gd name="T0" fmla="*/ 139 w 1913"/>
              <a:gd name="T1" fmla="*/ 658 h 728"/>
              <a:gd name="T2" fmla="*/ 146 w 1913"/>
              <a:gd name="T3" fmla="*/ 677 h 728"/>
              <a:gd name="T4" fmla="*/ 2 w 1913"/>
              <a:gd name="T5" fmla="*/ 720 h 728"/>
              <a:gd name="T6" fmla="*/ 233 w 1913"/>
              <a:gd name="T7" fmla="*/ 623 h 728"/>
              <a:gd name="T8" fmla="*/ 377 w 1913"/>
              <a:gd name="T9" fmla="*/ 580 h 728"/>
              <a:gd name="T10" fmla="*/ 240 w 1913"/>
              <a:gd name="T11" fmla="*/ 642 h 728"/>
              <a:gd name="T12" fmla="*/ 233 w 1913"/>
              <a:gd name="T13" fmla="*/ 623 h 728"/>
              <a:gd name="T14" fmla="*/ 589 w 1913"/>
              <a:gd name="T15" fmla="*/ 490 h 728"/>
              <a:gd name="T16" fmla="*/ 596 w 1913"/>
              <a:gd name="T17" fmla="*/ 509 h 728"/>
              <a:gd name="T18" fmla="*/ 452 w 1913"/>
              <a:gd name="T19" fmla="*/ 552 h 728"/>
              <a:gd name="T20" fmla="*/ 683 w 1913"/>
              <a:gd name="T21" fmla="*/ 455 h 728"/>
              <a:gd name="T22" fmla="*/ 827 w 1913"/>
              <a:gd name="T23" fmla="*/ 412 h 728"/>
              <a:gd name="T24" fmla="*/ 690 w 1913"/>
              <a:gd name="T25" fmla="*/ 474 h 728"/>
              <a:gd name="T26" fmla="*/ 683 w 1913"/>
              <a:gd name="T27" fmla="*/ 455 h 728"/>
              <a:gd name="T28" fmla="*/ 1039 w 1913"/>
              <a:gd name="T29" fmla="*/ 322 h 728"/>
              <a:gd name="T30" fmla="*/ 1046 w 1913"/>
              <a:gd name="T31" fmla="*/ 341 h 728"/>
              <a:gd name="T32" fmla="*/ 902 w 1913"/>
              <a:gd name="T33" fmla="*/ 384 h 728"/>
              <a:gd name="T34" fmla="*/ 1132 w 1913"/>
              <a:gd name="T35" fmla="*/ 287 h 728"/>
              <a:gd name="T36" fmla="*/ 1276 w 1913"/>
              <a:gd name="T37" fmla="*/ 244 h 728"/>
              <a:gd name="T38" fmla="*/ 1139 w 1913"/>
              <a:gd name="T39" fmla="*/ 306 h 728"/>
              <a:gd name="T40" fmla="*/ 1132 w 1913"/>
              <a:gd name="T41" fmla="*/ 287 h 728"/>
              <a:gd name="T42" fmla="*/ 1488 w 1913"/>
              <a:gd name="T43" fmla="*/ 154 h 728"/>
              <a:gd name="T44" fmla="*/ 1495 w 1913"/>
              <a:gd name="T45" fmla="*/ 173 h 728"/>
              <a:gd name="T46" fmla="*/ 1351 w 1913"/>
              <a:gd name="T47" fmla="*/ 216 h 728"/>
              <a:gd name="T48" fmla="*/ 1582 w 1913"/>
              <a:gd name="T49" fmla="*/ 119 h 728"/>
              <a:gd name="T50" fmla="*/ 1726 w 1913"/>
              <a:gd name="T51" fmla="*/ 76 h 728"/>
              <a:gd name="T52" fmla="*/ 1589 w 1913"/>
              <a:gd name="T53" fmla="*/ 138 h 728"/>
              <a:gd name="T54" fmla="*/ 1582 w 1913"/>
              <a:gd name="T55" fmla="*/ 119 h 728"/>
              <a:gd name="T56" fmla="*/ 1898 w 1913"/>
              <a:gd name="T57" fmla="*/ 1 h 728"/>
              <a:gd name="T58" fmla="*/ 1905 w 1913"/>
              <a:gd name="T59" fmla="*/ 20 h 728"/>
              <a:gd name="T60" fmla="*/ 1814 w 1913"/>
              <a:gd name="T61" fmla="*/ 54 h 728"/>
              <a:gd name="T62" fmla="*/ 1807 w 1913"/>
              <a:gd name="T63" fmla="*/ 35 h 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913" h="728">
                <a:moveTo>
                  <a:pt x="8" y="707"/>
                </a:moveTo>
                <a:lnTo>
                  <a:pt x="139" y="658"/>
                </a:lnTo>
                <a:cubicBezTo>
                  <a:pt x="145" y="656"/>
                  <a:pt x="150" y="659"/>
                  <a:pt x="152" y="664"/>
                </a:cubicBezTo>
                <a:cubicBezTo>
                  <a:pt x="154" y="669"/>
                  <a:pt x="152" y="675"/>
                  <a:pt x="146" y="677"/>
                </a:cubicBezTo>
                <a:lnTo>
                  <a:pt x="15" y="726"/>
                </a:lnTo>
                <a:cubicBezTo>
                  <a:pt x="10" y="728"/>
                  <a:pt x="4" y="725"/>
                  <a:pt x="2" y="720"/>
                </a:cubicBezTo>
                <a:cubicBezTo>
                  <a:pt x="0" y="715"/>
                  <a:pt x="3" y="709"/>
                  <a:pt x="8" y="707"/>
                </a:cubicBezTo>
                <a:close/>
                <a:moveTo>
                  <a:pt x="233" y="623"/>
                </a:moveTo>
                <a:lnTo>
                  <a:pt x="364" y="574"/>
                </a:lnTo>
                <a:cubicBezTo>
                  <a:pt x="369" y="572"/>
                  <a:pt x="375" y="575"/>
                  <a:pt x="377" y="580"/>
                </a:cubicBezTo>
                <a:cubicBezTo>
                  <a:pt x="379" y="585"/>
                  <a:pt x="376" y="591"/>
                  <a:pt x="371" y="593"/>
                </a:cubicBezTo>
                <a:lnTo>
                  <a:pt x="240" y="642"/>
                </a:lnTo>
                <a:cubicBezTo>
                  <a:pt x="235" y="644"/>
                  <a:pt x="229" y="641"/>
                  <a:pt x="227" y="636"/>
                </a:cubicBezTo>
                <a:cubicBezTo>
                  <a:pt x="225" y="631"/>
                  <a:pt x="228" y="625"/>
                  <a:pt x="233" y="623"/>
                </a:cubicBezTo>
                <a:close/>
                <a:moveTo>
                  <a:pt x="458" y="539"/>
                </a:moveTo>
                <a:lnTo>
                  <a:pt x="589" y="490"/>
                </a:lnTo>
                <a:cubicBezTo>
                  <a:pt x="594" y="488"/>
                  <a:pt x="600" y="491"/>
                  <a:pt x="602" y="496"/>
                </a:cubicBezTo>
                <a:cubicBezTo>
                  <a:pt x="604" y="501"/>
                  <a:pt x="601" y="507"/>
                  <a:pt x="596" y="509"/>
                </a:cubicBezTo>
                <a:lnTo>
                  <a:pt x="465" y="558"/>
                </a:lnTo>
                <a:cubicBezTo>
                  <a:pt x="460" y="560"/>
                  <a:pt x="454" y="557"/>
                  <a:pt x="452" y="552"/>
                </a:cubicBezTo>
                <a:cubicBezTo>
                  <a:pt x="450" y="547"/>
                  <a:pt x="453" y="541"/>
                  <a:pt x="458" y="539"/>
                </a:cubicBezTo>
                <a:close/>
                <a:moveTo>
                  <a:pt x="683" y="455"/>
                </a:moveTo>
                <a:lnTo>
                  <a:pt x="814" y="406"/>
                </a:lnTo>
                <a:cubicBezTo>
                  <a:pt x="819" y="404"/>
                  <a:pt x="825" y="407"/>
                  <a:pt x="827" y="412"/>
                </a:cubicBezTo>
                <a:cubicBezTo>
                  <a:pt x="829" y="417"/>
                  <a:pt x="826" y="423"/>
                  <a:pt x="821" y="425"/>
                </a:cubicBezTo>
                <a:lnTo>
                  <a:pt x="690" y="474"/>
                </a:lnTo>
                <a:cubicBezTo>
                  <a:pt x="685" y="476"/>
                  <a:pt x="679" y="473"/>
                  <a:pt x="677" y="468"/>
                </a:cubicBezTo>
                <a:cubicBezTo>
                  <a:pt x="675" y="463"/>
                  <a:pt x="678" y="457"/>
                  <a:pt x="683" y="455"/>
                </a:cubicBezTo>
                <a:close/>
                <a:moveTo>
                  <a:pt x="908" y="371"/>
                </a:moveTo>
                <a:lnTo>
                  <a:pt x="1039" y="322"/>
                </a:lnTo>
                <a:cubicBezTo>
                  <a:pt x="1044" y="320"/>
                  <a:pt x="1050" y="323"/>
                  <a:pt x="1052" y="328"/>
                </a:cubicBezTo>
                <a:cubicBezTo>
                  <a:pt x="1054" y="333"/>
                  <a:pt x="1051" y="339"/>
                  <a:pt x="1046" y="341"/>
                </a:cubicBezTo>
                <a:lnTo>
                  <a:pt x="915" y="390"/>
                </a:lnTo>
                <a:cubicBezTo>
                  <a:pt x="909" y="392"/>
                  <a:pt x="904" y="389"/>
                  <a:pt x="902" y="384"/>
                </a:cubicBezTo>
                <a:cubicBezTo>
                  <a:pt x="900" y="379"/>
                  <a:pt x="902" y="373"/>
                  <a:pt x="908" y="371"/>
                </a:cubicBezTo>
                <a:close/>
                <a:moveTo>
                  <a:pt x="1132" y="287"/>
                </a:moveTo>
                <a:lnTo>
                  <a:pt x="1264" y="238"/>
                </a:lnTo>
                <a:cubicBezTo>
                  <a:pt x="1269" y="236"/>
                  <a:pt x="1275" y="239"/>
                  <a:pt x="1276" y="244"/>
                </a:cubicBezTo>
                <a:cubicBezTo>
                  <a:pt x="1278" y="249"/>
                  <a:pt x="1276" y="255"/>
                  <a:pt x="1271" y="257"/>
                </a:cubicBezTo>
                <a:lnTo>
                  <a:pt x="1139" y="306"/>
                </a:lnTo>
                <a:cubicBezTo>
                  <a:pt x="1134" y="308"/>
                  <a:pt x="1129" y="305"/>
                  <a:pt x="1127" y="300"/>
                </a:cubicBezTo>
                <a:cubicBezTo>
                  <a:pt x="1125" y="295"/>
                  <a:pt x="1127" y="289"/>
                  <a:pt x="1132" y="287"/>
                </a:cubicBezTo>
                <a:close/>
                <a:moveTo>
                  <a:pt x="1357" y="203"/>
                </a:moveTo>
                <a:lnTo>
                  <a:pt x="1488" y="154"/>
                </a:lnTo>
                <a:cubicBezTo>
                  <a:pt x="1494" y="152"/>
                  <a:pt x="1499" y="155"/>
                  <a:pt x="1501" y="160"/>
                </a:cubicBezTo>
                <a:cubicBezTo>
                  <a:pt x="1503" y="165"/>
                  <a:pt x="1501" y="171"/>
                  <a:pt x="1495" y="173"/>
                </a:cubicBezTo>
                <a:lnTo>
                  <a:pt x="1364" y="222"/>
                </a:lnTo>
                <a:cubicBezTo>
                  <a:pt x="1359" y="224"/>
                  <a:pt x="1353" y="221"/>
                  <a:pt x="1351" y="216"/>
                </a:cubicBezTo>
                <a:cubicBezTo>
                  <a:pt x="1349" y="211"/>
                  <a:pt x="1352" y="205"/>
                  <a:pt x="1357" y="203"/>
                </a:cubicBezTo>
                <a:close/>
                <a:moveTo>
                  <a:pt x="1582" y="119"/>
                </a:moveTo>
                <a:lnTo>
                  <a:pt x="1713" y="70"/>
                </a:lnTo>
                <a:cubicBezTo>
                  <a:pt x="1718" y="68"/>
                  <a:pt x="1724" y="71"/>
                  <a:pt x="1726" y="76"/>
                </a:cubicBezTo>
                <a:cubicBezTo>
                  <a:pt x="1728" y="81"/>
                  <a:pt x="1725" y="87"/>
                  <a:pt x="1720" y="89"/>
                </a:cubicBezTo>
                <a:lnTo>
                  <a:pt x="1589" y="138"/>
                </a:lnTo>
                <a:cubicBezTo>
                  <a:pt x="1584" y="140"/>
                  <a:pt x="1578" y="137"/>
                  <a:pt x="1576" y="132"/>
                </a:cubicBezTo>
                <a:cubicBezTo>
                  <a:pt x="1574" y="127"/>
                  <a:pt x="1577" y="121"/>
                  <a:pt x="1582" y="119"/>
                </a:cubicBezTo>
                <a:close/>
                <a:moveTo>
                  <a:pt x="1807" y="35"/>
                </a:moveTo>
                <a:lnTo>
                  <a:pt x="1898" y="1"/>
                </a:lnTo>
                <a:cubicBezTo>
                  <a:pt x="1903" y="0"/>
                  <a:pt x="1909" y="2"/>
                  <a:pt x="1911" y="7"/>
                </a:cubicBezTo>
                <a:cubicBezTo>
                  <a:pt x="1913" y="12"/>
                  <a:pt x="1910" y="18"/>
                  <a:pt x="1905" y="20"/>
                </a:cubicBezTo>
                <a:lnTo>
                  <a:pt x="1814" y="54"/>
                </a:lnTo>
                <a:lnTo>
                  <a:pt x="1814" y="54"/>
                </a:lnTo>
                <a:cubicBezTo>
                  <a:pt x="1809" y="56"/>
                  <a:pt x="1803" y="53"/>
                  <a:pt x="1801" y="48"/>
                </a:cubicBezTo>
                <a:cubicBezTo>
                  <a:pt x="1799" y="43"/>
                  <a:pt x="1802" y="37"/>
                  <a:pt x="1807" y="35"/>
                </a:cubicBezTo>
                <a:close/>
              </a:path>
            </a:pathLst>
          </a:custGeom>
          <a:solidFill>
            <a:schemeClr val="bg1"/>
          </a:solidFill>
          <a:ln w="9525" cap="flat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66" name="Freeform 358">
            <a:extLst>
              <a:ext uri="{FF2B5EF4-FFF2-40B4-BE49-F238E27FC236}">
                <a16:creationId xmlns:a16="http://schemas.microsoft.com/office/drawing/2014/main" id="{65CCAE4C-8566-44BC-8C1A-32C0D306BD8A}"/>
              </a:ext>
            </a:extLst>
          </p:cNvPr>
          <p:cNvSpPr>
            <a:spLocks/>
          </p:cNvSpPr>
          <p:nvPr/>
        </p:nvSpPr>
        <p:spPr bwMode="auto">
          <a:xfrm>
            <a:off x="2725739" y="5072063"/>
            <a:ext cx="38100" cy="55562"/>
          </a:xfrm>
          <a:custGeom>
            <a:avLst/>
            <a:gdLst>
              <a:gd name="T0" fmla="*/ 13 w 24"/>
              <a:gd name="T1" fmla="*/ 35 h 35"/>
              <a:gd name="T2" fmla="*/ 24 w 24"/>
              <a:gd name="T3" fmla="*/ 11 h 35"/>
              <a:gd name="T4" fmla="*/ 0 w 24"/>
              <a:gd name="T5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" h="35">
                <a:moveTo>
                  <a:pt x="13" y="35"/>
                </a:moveTo>
                <a:lnTo>
                  <a:pt x="24" y="11"/>
                </a:lnTo>
                <a:lnTo>
                  <a:pt x="0" y="0"/>
                </a:lnTo>
              </a:path>
            </a:pathLst>
          </a:cu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69" name="Freeform 361">
            <a:extLst>
              <a:ext uri="{FF2B5EF4-FFF2-40B4-BE49-F238E27FC236}">
                <a16:creationId xmlns:a16="http://schemas.microsoft.com/office/drawing/2014/main" id="{10C82E02-F5EA-4E89-95E0-B85AD2B355EE}"/>
              </a:ext>
            </a:extLst>
          </p:cNvPr>
          <p:cNvSpPr>
            <a:spLocks noEditPoints="1"/>
          </p:cNvSpPr>
          <p:nvPr/>
        </p:nvSpPr>
        <p:spPr bwMode="auto">
          <a:xfrm>
            <a:off x="7199314" y="4525963"/>
            <a:ext cx="1457325" cy="266700"/>
          </a:xfrm>
          <a:custGeom>
            <a:avLst/>
            <a:gdLst>
              <a:gd name="T0" fmla="*/ 4018 w 4177"/>
              <a:gd name="T1" fmla="*/ 723 h 760"/>
              <a:gd name="T2" fmla="*/ 4176 w 4177"/>
              <a:gd name="T3" fmla="*/ 751 h 760"/>
              <a:gd name="T4" fmla="*/ 3790 w 4177"/>
              <a:gd name="T5" fmla="*/ 692 h 760"/>
              <a:gd name="T6" fmla="*/ 3931 w 4177"/>
              <a:gd name="T7" fmla="*/ 697 h 760"/>
              <a:gd name="T8" fmla="*/ 3928 w 4177"/>
              <a:gd name="T9" fmla="*/ 717 h 760"/>
              <a:gd name="T10" fmla="*/ 3546 w 4177"/>
              <a:gd name="T11" fmla="*/ 639 h 760"/>
              <a:gd name="T12" fmla="*/ 3695 w 4177"/>
              <a:gd name="T13" fmla="*/ 655 h 760"/>
              <a:gd name="T14" fmla="*/ 3455 w 4177"/>
              <a:gd name="T15" fmla="*/ 633 h 760"/>
              <a:gd name="T16" fmla="*/ 3321 w 4177"/>
              <a:gd name="T17" fmla="*/ 589 h 760"/>
              <a:gd name="T18" fmla="*/ 3467 w 4177"/>
              <a:gd name="T19" fmla="*/ 625 h 760"/>
              <a:gd name="T20" fmla="*/ 3081 w 4177"/>
              <a:gd name="T21" fmla="*/ 566 h 760"/>
              <a:gd name="T22" fmla="*/ 3222 w 4177"/>
              <a:gd name="T23" fmla="*/ 571 h 760"/>
              <a:gd name="T24" fmla="*/ 2983 w 4177"/>
              <a:gd name="T25" fmla="*/ 549 h 760"/>
              <a:gd name="T26" fmla="*/ 2848 w 4177"/>
              <a:gd name="T27" fmla="*/ 505 h 760"/>
              <a:gd name="T28" fmla="*/ 2983 w 4177"/>
              <a:gd name="T29" fmla="*/ 549 h 760"/>
              <a:gd name="T30" fmla="*/ 2600 w 4177"/>
              <a:gd name="T31" fmla="*/ 471 h 760"/>
              <a:gd name="T32" fmla="*/ 2758 w 4177"/>
              <a:gd name="T33" fmla="*/ 499 h 760"/>
              <a:gd name="T34" fmla="*/ 2372 w 4177"/>
              <a:gd name="T35" fmla="*/ 440 h 760"/>
              <a:gd name="T36" fmla="*/ 2514 w 4177"/>
              <a:gd name="T37" fmla="*/ 445 h 760"/>
              <a:gd name="T38" fmla="*/ 2274 w 4177"/>
              <a:gd name="T39" fmla="*/ 423 h 760"/>
              <a:gd name="T40" fmla="*/ 2139 w 4177"/>
              <a:gd name="T41" fmla="*/ 379 h 760"/>
              <a:gd name="T42" fmla="*/ 2274 w 4177"/>
              <a:gd name="T43" fmla="*/ 423 h 760"/>
              <a:gd name="T44" fmla="*/ 1892 w 4177"/>
              <a:gd name="T45" fmla="*/ 345 h 760"/>
              <a:gd name="T46" fmla="*/ 2049 w 4177"/>
              <a:gd name="T47" fmla="*/ 373 h 760"/>
              <a:gd name="T48" fmla="*/ 1663 w 4177"/>
              <a:gd name="T49" fmla="*/ 314 h 760"/>
              <a:gd name="T50" fmla="*/ 1805 w 4177"/>
              <a:gd name="T51" fmla="*/ 319 h 760"/>
              <a:gd name="T52" fmla="*/ 1565 w 4177"/>
              <a:gd name="T53" fmla="*/ 297 h 760"/>
              <a:gd name="T54" fmla="*/ 1431 w 4177"/>
              <a:gd name="T55" fmla="*/ 253 h 760"/>
              <a:gd name="T56" fmla="*/ 1565 w 4177"/>
              <a:gd name="T57" fmla="*/ 297 h 760"/>
              <a:gd name="T58" fmla="*/ 1183 w 4177"/>
              <a:gd name="T59" fmla="*/ 219 h 760"/>
              <a:gd name="T60" fmla="*/ 1340 w 4177"/>
              <a:gd name="T61" fmla="*/ 247 h 760"/>
              <a:gd name="T62" fmla="*/ 954 w 4177"/>
              <a:gd name="T63" fmla="*/ 188 h 760"/>
              <a:gd name="T64" fmla="*/ 1096 w 4177"/>
              <a:gd name="T65" fmla="*/ 193 h 760"/>
              <a:gd name="T66" fmla="*/ 856 w 4177"/>
              <a:gd name="T67" fmla="*/ 171 h 760"/>
              <a:gd name="T68" fmla="*/ 722 w 4177"/>
              <a:gd name="T69" fmla="*/ 127 h 760"/>
              <a:gd name="T70" fmla="*/ 856 w 4177"/>
              <a:gd name="T71" fmla="*/ 171 h 760"/>
              <a:gd name="T72" fmla="*/ 474 w 4177"/>
              <a:gd name="T73" fmla="*/ 93 h 760"/>
              <a:gd name="T74" fmla="*/ 631 w 4177"/>
              <a:gd name="T75" fmla="*/ 121 h 760"/>
              <a:gd name="T76" fmla="*/ 246 w 4177"/>
              <a:gd name="T77" fmla="*/ 62 h 760"/>
              <a:gd name="T78" fmla="*/ 387 w 4177"/>
              <a:gd name="T79" fmla="*/ 67 h 760"/>
              <a:gd name="T80" fmla="*/ 147 w 4177"/>
              <a:gd name="T81" fmla="*/ 45 h 760"/>
              <a:gd name="T82" fmla="*/ 13 w 4177"/>
              <a:gd name="T83" fmla="*/ 1 h 760"/>
              <a:gd name="T84" fmla="*/ 147 w 4177"/>
              <a:gd name="T85" fmla="*/ 45 h 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4177" h="760">
                <a:moveTo>
                  <a:pt x="4164" y="759"/>
                </a:moveTo>
                <a:lnTo>
                  <a:pt x="4026" y="734"/>
                </a:lnTo>
                <a:cubicBezTo>
                  <a:pt x="4021" y="733"/>
                  <a:pt x="4017" y="728"/>
                  <a:pt x="4018" y="723"/>
                </a:cubicBezTo>
                <a:cubicBezTo>
                  <a:pt x="4019" y="717"/>
                  <a:pt x="4024" y="714"/>
                  <a:pt x="4030" y="714"/>
                </a:cubicBezTo>
                <a:lnTo>
                  <a:pt x="4168" y="739"/>
                </a:lnTo>
                <a:cubicBezTo>
                  <a:pt x="4173" y="740"/>
                  <a:pt x="4177" y="745"/>
                  <a:pt x="4176" y="751"/>
                </a:cubicBezTo>
                <a:cubicBezTo>
                  <a:pt x="4175" y="756"/>
                  <a:pt x="4170" y="760"/>
                  <a:pt x="4164" y="759"/>
                </a:cubicBezTo>
                <a:close/>
                <a:moveTo>
                  <a:pt x="3928" y="717"/>
                </a:moveTo>
                <a:lnTo>
                  <a:pt x="3790" y="692"/>
                </a:lnTo>
                <a:cubicBezTo>
                  <a:pt x="3785" y="691"/>
                  <a:pt x="3781" y="686"/>
                  <a:pt x="3782" y="681"/>
                </a:cubicBezTo>
                <a:cubicBezTo>
                  <a:pt x="3783" y="675"/>
                  <a:pt x="3788" y="672"/>
                  <a:pt x="3794" y="673"/>
                </a:cubicBezTo>
                <a:lnTo>
                  <a:pt x="3931" y="697"/>
                </a:lnTo>
                <a:lnTo>
                  <a:pt x="3931" y="697"/>
                </a:lnTo>
                <a:cubicBezTo>
                  <a:pt x="3937" y="698"/>
                  <a:pt x="3940" y="703"/>
                  <a:pt x="3939" y="709"/>
                </a:cubicBezTo>
                <a:cubicBezTo>
                  <a:pt x="3939" y="714"/>
                  <a:pt x="3933" y="718"/>
                  <a:pt x="3928" y="717"/>
                </a:cubicBezTo>
                <a:close/>
                <a:moveTo>
                  <a:pt x="3692" y="675"/>
                </a:moveTo>
                <a:lnTo>
                  <a:pt x="3554" y="650"/>
                </a:lnTo>
                <a:cubicBezTo>
                  <a:pt x="3548" y="649"/>
                  <a:pt x="3545" y="644"/>
                  <a:pt x="3546" y="639"/>
                </a:cubicBezTo>
                <a:cubicBezTo>
                  <a:pt x="3547" y="633"/>
                  <a:pt x="3552" y="630"/>
                  <a:pt x="3557" y="631"/>
                </a:cubicBezTo>
                <a:lnTo>
                  <a:pt x="3695" y="655"/>
                </a:lnTo>
                <a:lnTo>
                  <a:pt x="3695" y="655"/>
                </a:lnTo>
                <a:cubicBezTo>
                  <a:pt x="3701" y="656"/>
                  <a:pt x="3704" y="661"/>
                  <a:pt x="3703" y="667"/>
                </a:cubicBezTo>
                <a:cubicBezTo>
                  <a:pt x="3702" y="672"/>
                  <a:pt x="3697" y="676"/>
                  <a:pt x="3692" y="675"/>
                </a:cubicBezTo>
                <a:close/>
                <a:moveTo>
                  <a:pt x="3455" y="633"/>
                </a:moveTo>
                <a:lnTo>
                  <a:pt x="3317" y="608"/>
                </a:lnTo>
                <a:cubicBezTo>
                  <a:pt x="3312" y="607"/>
                  <a:pt x="3308" y="602"/>
                  <a:pt x="3309" y="597"/>
                </a:cubicBezTo>
                <a:cubicBezTo>
                  <a:pt x="3310" y="591"/>
                  <a:pt x="3316" y="588"/>
                  <a:pt x="3321" y="589"/>
                </a:cubicBezTo>
                <a:lnTo>
                  <a:pt x="3459" y="613"/>
                </a:lnTo>
                <a:lnTo>
                  <a:pt x="3459" y="613"/>
                </a:lnTo>
                <a:cubicBezTo>
                  <a:pt x="3464" y="614"/>
                  <a:pt x="3468" y="619"/>
                  <a:pt x="3467" y="625"/>
                </a:cubicBezTo>
                <a:cubicBezTo>
                  <a:pt x="3466" y="630"/>
                  <a:pt x="3461" y="634"/>
                  <a:pt x="3455" y="633"/>
                </a:cubicBezTo>
                <a:close/>
                <a:moveTo>
                  <a:pt x="3219" y="591"/>
                </a:moveTo>
                <a:lnTo>
                  <a:pt x="3081" y="566"/>
                </a:lnTo>
                <a:cubicBezTo>
                  <a:pt x="3076" y="565"/>
                  <a:pt x="3072" y="560"/>
                  <a:pt x="3073" y="555"/>
                </a:cubicBezTo>
                <a:cubicBezTo>
                  <a:pt x="3074" y="549"/>
                  <a:pt x="3079" y="546"/>
                  <a:pt x="3085" y="547"/>
                </a:cubicBezTo>
                <a:lnTo>
                  <a:pt x="3222" y="571"/>
                </a:lnTo>
                <a:cubicBezTo>
                  <a:pt x="3228" y="572"/>
                  <a:pt x="3232" y="577"/>
                  <a:pt x="3231" y="583"/>
                </a:cubicBezTo>
                <a:cubicBezTo>
                  <a:pt x="3230" y="588"/>
                  <a:pt x="3224" y="592"/>
                  <a:pt x="3219" y="591"/>
                </a:cubicBezTo>
                <a:close/>
                <a:moveTo>
                  <a:pt x="2983" y="549"/>
                </a:moveTo>
                <a:lnTo>
                  <a:pt x="2845" y="524"/>
                </a:lnTo>
                <a:cubicBezTo>
                  <a:pt x="2839" y="523"/>
                  <a:pt x="2836" y="518"/>
                  <a:pt x="2837" y="513"/>
                </a:cubicBezTo>
                <a:cubicBezTo>
                  <a:pt x="2838" y="507"/>
                  <a:pt x="2843" y="504"/>
                  <a:pt x="2848" y="505"/>
                </a:cubicBezTo>
                <a:lnTo>
                  <a:pt x="2986" y="529"/>
                </a:lnTo>
                <a:cubicBezTo>
                  <a:pt x="2992" y="530"/>
                  <a:pt x="2995" y="535"/>
                  <a:pt x="2994" y="541"/>
                </a:cubicBezTo>
                <a:cubicBezTo>
                  <a:pt x="2993" y="546"/>
                  <a:pt x="2988" y="550"/>
                  <a:pt x="2983" y="549"/>
                </a:cubicBezTo>
                <a:close/>
                <a:moveTo>
                  <a:pt x="2746" y="507"/>
                </a:moveTo>
                <a:lnTo>
                  <a:pt x="2609" y="482"/>
                </a:lnTo>
                <a:cubicBezTo>
                  <a:pt x="2603" y="481"/>
                  <a:pt x="2599" y="476"/>
                  <a:pt x="2600" y="471"/>
                </a:cubicBezTo>
                <a:cubicBezTo>
                  <a:pt x="2601" y="465"/>
                  <a:pt x="2607" y="462"/>
                  <a:pt x="2612" y="463"/>
                </a:cubicBezTo>
                <a:lnTo>
                  <a:pt x="2750" y="487"/>
                </a:lnTo>
                <a:cubicBezTo>
                  <a:pt x="2755" y="488"/>
                  <a:pt x="2759" y="493"/>
                  <a:pt x="2758" y="499"/>
                </a:cubicBezTo>
                <a:cubicBezTo>
                  <a:pt x="2757" y="504"/>
                  <a:pt x="2752" y="508"/>
                  <a:pt x="2746" y="507"/>
                </a:cubicBezTo>
                <a:close/>
                <a:moveTo>
                  <a:pt x="2510" y="465"/>
                </a:moveTo>
                <a:lnTo>
                  <a:pt x="2372" y="440"/>
                </a:lnTo>
                <a:cubicBezTo>
                  <a:pt x="2367" y="439"/>
                  <a:pt x="2363" y="434"/>
                  <a:pt x="2364" y="429"/>
                </a:cubicBezTo>
                <a:cubicBezTo>
                  <a:pt x="2365" y="423"/>
                  <a:pt x="2370" y="420"/>
                  <a:pt x="2376" y="421"/>
                </a:cubicBezTo>
                <a:lnTo>
                  <a:pt x="2514" y="445"/>
                </a:lnTo>
                <a:cubicBezTo>
                  <a:pt x="2519" y="446"/>
                  <a:pt x="2523" y="451"/>
                  <a:pt x="2522" y="457"/>
                </a:cubicBezTo>
                <a:cubicBezTo>
                  <a:pt x="2521" y="462"/>
                  <a:pt x="2516" y="466"/>
                  <a:pt x="2510" y="465"/>
                </a:cubicBezTo>
                <a:close/>
                <a:moveTo>
                  <a:pt x="2274" y="423"/>
                </a:moveTo>
                <a:lnTo>
                  <a:pt x="2136" y="398"/>
                </a:lnTo>
                <a:cubicBezTo>
                  <a:pt x="2131" y="397"/>
                  <a:pt x="2127" y="392"/>
                  <a:pt x="2128" y="387"/>
                </a:cubicBezTo>
                <a:cubicBezTo>
                  <a:pt x="2129" y="381"/>
                  <a:pt x="2134" y="378"/>
                  <a:pt x="2139" y="379"/>
                </a:cubicBezTo>
                <a:lnTo>
                  <a:pt x="2277" y="403"/>
                </a:lnTo>
                <a:cubicBezTo>
                  <a:pt x="2283" y="404"/>
                  <a:pt x="2286" y="409"/>
                  <a:pt x="2285" y="415"/>
                </a:cubicBezTo>
                <a:cubicBezTo>
                  <a:pt x="2284" y="420"/>
                  <a:pt x="2279" y="424"/>
                  <a:pt x="2274" y="423"/>
                </a:cubicBezTo>
                <a:close/>
                <a:moveTo>
                  <a:pt x="2037" y="381"/>
                </a:moveTo>
                <a:lnTo>
                  <a:pt x="1900" y="356"/>
                </a:lnTo>
                <a:cubicBezTo>
                  <a:pt x="1894" y="355"/>
                  <a:pt x="1891" y="350"/>
                  <a:pt x="1892" y="345"/>
                </a:cubicBezTo>
                <a:cubicBezTo>
                  <a:pt x="1893" y="339"/>
                  <a:pt x="1898" y="336"/>
                  <a:pt x="1903" y="337"/>
                </a:cubicBezTo>
                <a:lnTo>
                  <a:pt x="2041" y="361"/>
                </a:lnTo>
                <a:cubicBezTo>
                  <a:pt x="2046" y="362"/>
                  <a:pt x="2050" y="367"/>
                  <a:pt x="2049" y="373"/>
                </a:cubicBezTo>
                <a:cubicBezTo>
                  <a:pt x="2048" y="378"/>
                  <a:pt x="2043" y="382"/>
                  <a:pt x="2037" y="381"/>
                </a:cubicBezTo>
                <a:close/>
                <a:moveTo>
                  <a:pt x="1801" y="339"/>
                </a:moveTo>
                <a:lnTo>
                  <a:pt x="1663" y="314"/>
                </a:lnTo>
                <a:cubicBezTo>
                  <a:pt x="1658" y="313"/>
                  <a:pt x="1654" y="308"/>
                  <a:pt x="1655" y="303"/>
                </a:cubicBezTo>
                <a:cubicBezTo>
                  <a:pt x="1656" y="297"/>
                  <a:pt x="1661" y="294"/>
                  <a:pt x="1667" y="295"/>
                </a:cubicBezTo>
                <a:lnTo>
                  <a:pt x="1805" y="319"/>
                </a:lnTo>
                <a:cubicBezTo>
                  <a:pt x="1810" y="320"/>
                  <a:pt x="1814" y="325"/>
                  <a:pt x="1813" y="331"/>
                </a:cubicBezTo>
                <a:cubicBezTo>
                  <a:pt x="1812" y="336"/>
                  <a:pt x="1807" y="340"/>
                  <a:pt x="1801" y="339"/>
                </a:cubicBezTo>
                <a:close/>
                <a:moveTo>
                  <a:pt x="1565" y="297"/>
                </a:moveTo>
                <a:lnTo>
                  <a:pt x="1427" y="272"/>
                </a:lnTo>
                <a:cubicBezTo>
                  <a:pt x="1422" y="271"/>
                  <a:pt x="1418" y="266"/>
                  <a:pt x="1419" y="261"/>
                </a:cubicBezTo>
                <a:cubicBezTo>
                  <a:pt x="1420" y="255"/>
                  <a:pt x="1425" y="252"/>
                  <a:pt x="1431" y="253"/>
                </a:cubicBezTo>
                <a:lnTo>
                  <a:pt x="1568" y="277"/>
                </a:lnTo>
                <a:cubicBezTo>
                  <a:pt x="1574" y="278"/>
                  <a:pt x="1577" y="283"/>
                  <a:pt x="1576" y="289"/>
                </a:cubicBezTo>
                <a:cubicBezTo>
                  <a:pt x="1576" y="294"/>
                  <a:pt x="1570" y="298"/>
                  <a:pt x="1565" y="297"/>
                </a:cubicBezTo>
                <a:close/>
                <a:moveTo>
                  <a:pt x="1329" y="255"/>
                </a:moveTo>
                <a:lnTo>
                  <a:pt x="1191" y="230"/>
                </a:lnTo>
                <a:cubicBezTo>
                  <a:pt x="1185" y="229"/>
                  <a:pt x="1182" y="224"/>
                  <a:pt x="1183" y="219"/>
                </a:cubicBezTo>
                <a:cubicBezTo>
                  <a:pt x="1184" y="213"/>
                  <a:pt x="1189" y="210"/>
                  <a:pt x="1194" y="211"/>
                </a:cubicBezTo>
                <a:lnTo>
                  <a:pt x="1332" y="235"/>
                </a:lnTo>
                <a:cubicBezTo>
                  <a:pt x="1338" y="236"/>
                  <a:pt x="1341" y="241"/>
                  <a:pt x="1340" y="247"/>
                </a:cubicBezTo>
                <a:cubicBezTo>
                  <a:pt x="1339" y="252"/>
                  <a:pt x="1334" y="256"/>
                  <a:pt x="1329" y="255"/>
                </a:cubicBezTo>
                <a:close/>
                <a:moveTo>
                  <a:pt x="1092" y="213"/>
                </a:moveTo>
                <a:lnTo>
                  <a:pt x="954" y="188"/>
                </a:lnTo>
                <a:cubicBezTo>
                  <a:pt x="949" y="187"/>
                  <a:pt x="945" y="182"/>
                  <a:pt x="946" y="177"/>
                </a:cubicBezTo>
                <a:cubicBezTo>
                  <a:pt x="947" y="171"/>
                  <a:pt x="953" y="168"/>
                  <a:pt x="958" y="169"/>
                </a:cubicBezTo>
                <a:lnTo>
                  <a:pt x="1096" y="193"/>
                </a:lnTo>
                <a:cubicBezTo>
                  <a:pt x="1101" y="194"/>
                  <a:pt x="1105" y="199"/>
                  <a:pt x="1104" y="205"/>
                </a:cubicBezTo>
                <a:cubicBezTo>
                  <a:pt x="1103" y="210"/>
                  <a:pt x="1098" y="214"/>
                  <a:pt x="1092" y="213"/>
                </a:cubicBezTo>
                <a:close/>
                <a:moveTo>
                  <a:pt x="856" y="171"/>
                </a:moveTo>
                <a:lnTo>
                  <a:pt x="718" y="146"/>
                </a:lnTo>
                <a:cubicBezTo>
                  <a:pt x="713" y="145"/>
                  <a:pt x="709" y="140"/>
                  <a:pt x="710" y="135"/>
                </a:cubicBezTo>
                <a:cubicBezTo>
                  <a:pt x="711" y="129"/>
                  <a:pt x="716" y="126"/>
                  <a:pt x="722" y="127"/>
                </a:cubicBezTo>
                <a:lnTo>
                  <a:pt x="859" y="151"/>
                </a:lnTo>
                <a:cubicBezTo>
                  <a:pt x="865" y="152"/>
                  <a:pt x="869" y="157"/>
                  <a:pt x="868" y="163"/>
                </a:cubicBezTo>
                <a:cubicBezTo>
                  <a:pt x="867" y="168"/>
                  <a:pt x="861" y="172"/>
                  <a:pt x="856" y="171"/>
                </a:cubicBezTo>
                <a:close/>
                <a:moveTo>
                  <a:pt x="620" y="129"/>
                </a:moveTo>
                <a:lnTo>
                  <a:pt x="482" y="104"/>
                </a:lnTo>
                <a:cubicBezTo>
                  <a:pt x="476" y="103"/>
                  <a:pt x="473" y="98"/>
                  <a:pt x="474" y="93"/>
                </a:cubicBezTo>
                <a:cubicBezTo>
                  <a:pt x="475" y="87"/>
                  <a:pt x="480" y="84"/>
                  <a:pt x="485" y="85"/>
                </a:cubicBezTo>
                <a:lnTo>
                  <a:pt x="623" y="109"/>
                </a:lnTo>
                <a:cubicBezTo>
                  <a:pt x="629" y="110"/>
                  <a:pt x="632" y="115"/>
                  <a:pt x="631" y="121"/>
                </a:cubicBezTo>
                <a:cubicBezTo>
                  <a:pt x="630" y="126"/>
                  <a:pt x="625" y="130"/>
                  <a:pt x="620" y="129"/>
                </a:cubicBezTo>
                <a:close/>
                <a:moveTo>
                  <a:pt x="383" y="87"/>
                </a:moveTo>
                <a:lnTo>
                  <a:pt x="246" y="62"/>
                </a:lnTo>
                <a:cubicBezTo>
                  <a:pt x="240" y="61"/>
                  <a:pt x="236" y="56"/>
                  <a:pt x="237" y="51"/>
                </a:cubicBezTo>
                <a:cubicBezTo>
                  <a:pt x="238" y="45"/>
                  <a:pt x="244" y="42"/>
                  <a:pt x="249" y="43"/>
                </a:cubicBezTo>
                <a:lnTo>
                  <a:pt x="387" y="67"/>
                </a:lnTo>
                <a:cubicBezTo>
                  <a:pt x="392" y="68"/>
                  <a:pt x="396" y="73"/>
                  <a:pt x="395" y="79"/>
                </a:cubicBezTo>
                <a:cubicBezTo>
                  <a:pt x="394" y="84"/>
                  <a:pt x="389" y="88"/>
                  <a:pt x="383" y="87"/>
                </a:cubicBezTo>
                <a:close/>
                <a:moveTo>
                  <a:pt x="147" y="45"/>
                </a:moveTo>
                <a:lnTo>
                  <a:pt x="9" y="20"/>
                </a:lnTo>
                <a:cubicBezTo>
                  <a:pt x="4" y="20"/>
                  <a:pt x="0" y="14"/>
                  <a:pt x="1" y="9"/>
                </a:cubicBezTo>
                <a:cubicBezTo>
                  <a:pt x="2" y="3"/>
                  <a:pt x="7" y="0"/>
                  <a:pt x="13" y="1"/>
                </a:cubicBezTo>
                <a:lnTo>
                  <a:pt x="151" y="25"/>
                </a:lnTo>
                <a:cubicBezTo>
                  <a:pt x="156" y="26"/>
                  <a:pt x="160" y="31"/>
                  <a:pt x="159" y="37"/>
                </a:cubicBezTo>
                <a:cubicBezTo>
                  <a:pt x="158" y="42"/>
                  <a:pt x="153" y="46"/>
                  <a:pt x="147" y="45"/>
                </a:cubicBezTo>
                <a:close/>
              </a:path>
            </a:pathLst>
          </a:custGeom>
          <a:solidFill>
            <a:schemeClr val="bg1"/>
          </a:solidFill>
          <a:ln w="9525" cap="flat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70" name="Freeform 362">
            <a:extLst>
              <a:ext uri="{FF2B5EF4-FFF2-40B4-BE49-F238E27FC236}">
                <a16:creationId xmlns:a16="http://schemas.microsoft.com/office/drawing/2014/main" id="{3E0FD312-193A-4C2A-9F20-8FBC920FE41D}"/>
              </a:ext>
            </a:extLst>
          </p:cNvPr>
          <p:cNvSpPr>
            <a:spLocks/>
          </p:cNvSpPr>
          <p:nvPr/>
        </p:nvSpPr>
        <p:spPr bwMode="auto">
          <a:xfrm>
            <a:off x="7180264" y="4502151"/>
            <a:ext cx="36513" cy="60325"/>
          </a:xfrm>
          <a:custGeom>
            <a:avLst/>
            <a:gdLst>
              <a:gd name="T0" fmla="*/ 23 w 23"/>
              <a:gd name="T1" fmla="*/ 0 h 38"/>
              <a:gd name="T2" fmla="*/ 0 w 23"/>
              <a:gd name="T3" fmla="*/ 15 h 38"/>
              <a:gd name="T4" fmla="*/ 16 w 23"/>
              <a:gd name="T5" fmla="*/ 38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" h="38">
                <a:moveTo>
                  <a:pt x="23" y="0"/>
                </a:moveTo>
                <a:lnTo>
                  <a:pt x="0" y="15"/>
                </a:lnTo>
                <a:lnTo>
                  <a:pt x="16" y="38"/>
                </a:lnTo>
              </a:path>
            </a:pathLst>
          </a:cu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73" name="Freeform 365">
            <a:extLst>
              <a:ext uri="{FF2B5EF4-FFF2-40B4-BE49-F238E27FC236}">
                <a16:creationId xmlns:a16="http://schemas.microsoft.com/office/drawing/2014/main" id="{84D68D8F-3553-4055-8A06-34FF819DF5B4}"/>
              </a:ext>
            </a:extLst>
          </p:cNvPr>
          <p:cNvSpPr>
            <a:spLocks noEditPoints="1"/>
          </p:cNvSpPr>
          <p:nvPr/>
        </p:nvSpPr>
        <p:spPr bwMode="auto">
          <a:xfrm>
            <a:off x="7019926" y="4624388"/>
            <a:ext cx="1385888" cy="733425"/>
          </a:xfrm>
          <a:custGeom>
            <a:avLst/>
            <a:gdLst>
              <a:gd name="T0" fmla="*/ 3827 w 3971"/>
              <a:gd name="T1" fmla="*/ 2017 h 2098"/>
              <a:gd name="T2" fmla="*/ 3968 w 3971"/>
              <a:gd name="T3" fmla="*/ 2091 h 2098"/>
              <a:gd name="T4" fmla="*/ 3618 w 3971"/>
              <a:gd name="T5" fmla="*/ 1918 h 2098"/>
              <a:gd name="T6" fmla="*/ 3752 w 3971"/>
              <a:gd name="T7" fmla="*/ 1966 h 2098"/>
              <a:gd name="T8" fmla="*/ 3530 w 3971"/>
              <a:gd name="T9" fmla="*/ 1872 h 2098"/>
              <a:gd name="T10" fmla="*/ 3415 w 3971"/>
              <a:gd name="T11" fmla="*/ 1789 h 2098"/>
              <a:gd name="T12" fmla="*/ 3530 w 3971"/>
              <a:gd name="T13" fmla="*/ 1872 h 2098"/>
              <a:gd name="T14" fmla="*/ 3189 w 3971"/>
              <a:gd name="T15" fmla="*/ 1682 h 2098"/>
              <a:gd name="T16" fmla="*/ 3331 w 3971"/>
              <a:gd name="T17" fmla="*/ 1756 h 2098"/>
              <a:gd name="T18" fmla="*/ 2981 w 3971"/>
              <a:gd name="T19" fmla="*/ 1583 h 2098"/>
              <a:gd name="T20" fmla="*/ 3114 w 3971"/>
              <a:gd name="T21" fmla="*/ 1631 h 2098"/>
              <a:gd name="T22" fmla="*/ 2892 w 3971"/>
              <a:gd name="T23" fmla="*/ 1537 h 2098"/>
              <a:gd name="T24" fmla="*/ 2778 w 3971"/>
              <a:gd name="T25" fmla="*/ 1454 h 2098"/>
              <a:gd name="T26" fmla="*/ 2892 w 3971"/>
              <a:gd name="T27" fmla="*/ 1537 h 2098"/>
              <a:gd name="T28" fmla="*/ 2552 w 3971"/>
              <a:gd name="T29" fmla="*/ 1347 h 2098"/>
              <a:gd name="T30" fmla="*/ 2694 w 3971"/>
              <a:gd name="T31" fmla="*/ 1421 h 2098"/>
              <a:gd name="T32" fmla="*/ 2344 w 3971"/>
              <a:gd name="T33" fmla="*/ 1249 h 2098"/>
              <a:gd name="T34" fmla="*/ 2477 w 3971"/>
              <a:gd name="T35" fmla="*/ 1296 h 2098"/>
              <a:gd name="T36" fmla="*/ 2255 w 3971"/>
              <a:gd name="T37" fmla="*/ 1202 h 2098"/>
              <a:gd name="T38" fmla="*/ 2140 w 3971"/>
              <a:gd name="T39" fmla="*/ 1119 h 2098"/>
              <a:gd name="T40" fmla="*/ 2255 w 3971"/>
              <a:gd name="T41" fmla="*/ 1202 h 2098"/>
              <a:gd name="T42" fmla="*/ 1915 w 3971"/>
              <a:gd name="T43" fmla="*/ 1012 h 2098"/>
              <a:gd name="T44" fmla="*/ 2056 w 3971"/>
              <a:gd name="T45" fmla="*/ 1086 h 2098"/>
              <a:gd name="T46" fmla="*/ 1706 w 3971"/>
              <a:gd name="T47" fmla="*/ 914 h 2098"/>
              <a:gd name="T48" fmla="*/ 1840 w 3971"/>
              <a:gd name="T49" fmla="*/ 961 h 2098"/>
              <a:gd name="T50" fmla="*/ 1618 w 3971"/>
              <a:gd name="T51" fmla="*/ 867 h 2098"/>
              <a:gd name="T52" fmla="*/ 1503 w 3971"/>
              <a:gd name="T53" fmla="*/ 784 h 2098"/>
              <a:gd name="T54" fmla="*/ 1618 w 3971"/>
              <a:gd name="T55" fmla="*/ 867 h 2098"/>
              <a:gd name="T56" fmla="*/ 1277 w 3971"/>
              <a:gd name="T57" fmla="*/ 677 h 2098"/>
              <a:gd name="T58" fmla="*/ 1419 w 3971"/>
              <a:gd name="T59" fmla="*/ 751 h 2098"/>
              <a:gd name="T60" fmla="*/ 1069 w 3971"/>
              <a:gd name="T61" fmla="*/ 579 h 2098"/>
              <a:gd name="T62" fmla="*/ 1202 w 3971"/>
              <a:gd name="T63" fmla="*/ 626 h 2098"/>
              <a:gd name="T64" fmla="*/ 980 w 3971"/>
              <a:gd name="T65" fmla="*/ 532 h 2098"/>
              <a:gd name="T66" fmla="*/ 866 w 3971"/>
              <a:gd name="T67" fmla="*/ 449 h 2098"/>
              <a:gd name="T68" fmla="*/ 980 w 3971"/>
              <a:gd name="T69" fmla="*/ 532 h 2098"/>
              <a:gd name="T70" fmla="*/ 640 w 3971"/>
              <a:gd name="T71" fmla="*/ 342 h 2098"/>
              <a:gd name="T72" fmla="*/ 781 w 3971"/>
              <a:gd name="T73" fmla="*/ 416 h 2098"/>
              <a:gd name="T74" fmla="*/ 432 w 3971"/>
              <a:gd name="T75" fmla="*/ 244 h 2098"/>
              <a:gd name="T76" fmla="*/ 565 w 3971"/>
              <a:gd name="T77" fmla="*/ 291 h 2098"/>
              <a:gd name="T78" fmla="*/ 343 w 3971"/>
              <a:gd name="T79" fmla="*/ 197 h 2098"/>
              <a:gd name="T80" fmla="*/ 228 w 3971"/>
              <a:gd name="T81" fmla="*/ 114 h 2098"/>
              <a:gd name="T82" fmla="*/ 343 w 3971"/>
              <a:gd name="T83" fmla="*/ 197 h 2098"/>
              <a:gd name="T84" fmla="*/ 2 w 3971"/>
              <a:gd name="T85" fmla="*/ 7 h 2098"/>
              <a:gd name="T86" fmla="*/ 144 w 3971"/>
              <a:gd name="T87" fmla="*/ 81 h 20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3971" h="2098">
                <a:moveTo>
                  <a:pt x="3955" y="2095"/>
                </a:moveTo>
                <a:lnTo>
                  <a:pt x="3831" y="2030"/>
                </a:lnTo>
                <a:cubicBezTo>
                  <a:pt x="3826" y="2028"/>
                  <a:pt x="3824" y="2021"/>
                  <a:pt x="3827" y="2017"/>
                </a:cubicBezTo>
                <a:cubicBezTo>
                  <a:pt x="3829" y="2012"/>
                  <a:pt x="3835" y="2010"/>
                  <a:pt x="3840" y="2012"/>
                </a:cubicBezTo>
                <a:lnTo>
                  <a:pt x="3964" y="2077"/>
                </a:lnTo>
                <a:cubicBezTo>
                  <a:pt x="3969" y="2080"/>
                  <a:pt x="3971" y="2086"/>
                  <a:pt x="3968" y="2091"/>
                </a:cubicBezTo>
                <a:cubicBezTo>
                  <a:pt x="3966" y="2096"/>
                  <a:pt x="3960" y="2098"/>
                  <a:pt x="3955" y="2095"/>
                </a:cubicBezTo>
                <a:close/>
                <a:moveTo>
                  <a:pt x="3742" y="1984"/>
                </a:moveTo>
                <a:lnTo>
                  <a:pt x="3618" y="1918"/>
                </a:lnTo>
                <a:cubicBezTo>
                  <a:pt x="3613" y="1916"/>
                  <a:pt x="3612" y="1910"/>
                  <a:pt x="3614" y="1905"/>
                </a:cubicBezTo>
                <a:cubicBezTo>
                  <a:pt x="3617" y="1900"/>
                  <a:pt x="3623" y="1898"/>
                  <a:pt x="3628" y="1901"/>
                </a:cubicBezTo>
                <a:lnTo>
                  <a:pt x="3752" y="1966"/>
                </a:lnTo>
                <a:cubicBezTo>
                  <a:pt x="3756" y="1968"/>
                  <a:pt x="3758" y="1974"/>
                  <a:pt x="3756" y="1979"/>
                </a:cubicBezTo>
                <a:cubicBezTo>
                  <a:pt x="3753" y="1984"/>
                  <a:pt x="3747" y="1986"/>
                  <a:pt x="3742" y="1984"/>
                </a:cubicBezTo>
                <a:close/>
                <a:moveTo>
                  <a:pt x="3530" y="1872"/>
                </a:moveTo>
                <a:lnTo>
                  <a:pt x="3406" y="1807"/>
                </a:lnTo>
                <a:cubicBezTo>
                  <a:pt x="3401" y="1804"/>
                  <a:pt x="3399" y="1798"/>
                  <a:pt x="3402" y="1793"/>
                </a:cubicBezTo>
                <a:cubicBezTo>
                  <a:pt x="3404" y="1788"/>
                  <a:pt x="3410" y="1787"/>
                  <a:pt x="3415" y="1789"/>
                </a:cubicBezTo>
                <a:lnTo>
                  <a:pt x="3539" y="1854"/>
                </a:lnTo>
                <a:cubicBezTo>
                  <a:pt x="3544" y="1857"/>
                  <a:pt x="3546" y="1863"/>
                  <a:pt x="3543" y="1868"/>
                </a:cubicBezTo>
                <a:cubicBezTo>
                  <a:pt x="3541" y="1873"/>
                  <a:pt x="3535" y="1874"/>
                  <a:pt x="3530" y="1872"/>
                </a:cubicBezTo>
                <a:close/>
                <a:moveTo>
                  <a:pt x="3317" y="1760"/>
                </a:moveTo>
                <a:lnTo>
                  <a:pt x="3193" y="1695"/>
                </a:lnTo>
                <a:cubicBezTo>
                  <a:pt x="3189" y="1693"/>
                  <a:pt x="3187" y="1687"/>
                  <a:pt x="3189" y="1682"/>
                </a:cubicBezTo>
                <a:cubicBezTo>
                  <a:pt x="3192" y="1677"/>
                  <a:pt x="3198" y="1675"/>
                  <a:pt x="3203" y="1677"/>
                </a:cubicBezTo>
                <a:lnTo>
                  <a:pt x="3327" y="1743"/>
                </a:lnTo>
                <a:cubicBezTo>
                  <a:pt x="3332" y="1745"/>
                  <a:pt x="3333" y="1751"/>
                  <a:pt x="3331" y="1756"/>
                </a:cubicBezTo>
                <a:cubicBezTo>
                  <a:pt x="3328" y="1761"/>
                  <a:pt x="3322" y="1763"/>
                  <a:pt x="3317" y="1760"/>
                </a:cubicBezTo>
                <a:close/>
                <a:moveTo>
                  <a:pt x="3105" y="1649"/>
                </a:moveTo>
                <a:lnTo>
                  <a:pt x="2981" y="1583"/>
                </a:lnTo>
                <a:cubicBezTo>
                  <a:pt x="2976" y="1581"/>
                  <a:pt x="2974" y="1575"/>
                  <a:pt x="2977" y="1570"/>
                </a:cubicBezTo>
                <a:cubicBezTo>
                  <a:pt x="2979" y="1565"/>
                  <a:pt x="2985" y="1563"/>
                  <a:pt x="2990" y="1566"/>
                </a:cubicBezTo>
                <a:lnTo>
                  <a:pt x="3114" y="1631"/>
                </a:lnTo>
                <a:cubicBezTo>
                  <a:pt x="3119" y="1633"/>
                  <a:pt x="3121" y="1640"/>
                  <a:pt x="3118" y="1644"/>
                </a:cubicBezTo>
                <a:cubicBezTo>
                  <a:pt x="3116" y="1649"/>
                  <a:pt x="3110" y="1651"/>
                  <a:pt x="3105" y="1649"/>
                </a:cubicBezTo>
                <a:close/>
                <a:moveTo>
                  <a:pt x="2892" y="1537"/>
                </a:moveTo>
                <a:lnTo>
                  <a:pt x="2769" y="1472"/>
                </a:lnTo>
                <a:cubicBezTo>
                  <a:pt x="2764" y="1469"/>
                  <a:pt x="2762" y="1463"/>
                  <a:pt x="2764" y="1458"/>
                </a:cubicBezTo>
                <a:cubicBezTo>
                  <a:pt x="2767" y="1453"/>
                  <a:pt x="2773" y="1452"/>
                  <a:pt x="2778" y="1454"/>
                </a:cubicBezTo>
                <a:lnTo>
                  <a:pt x="2902" y="1519"/>
                </a:lnTo>
                <a:cubicBezTo>
                  <a:pt x="2907" y="1522"/>
                  <a:pt x="2909" y="1528"/>
                  <a:pt x="2906" y="1533"/>
                </a:cubicBezTo>
                <a:cubicBezTo>
                  <a:pt x="2903" y="1538"/>
                  <a:pt x="2897" y="1540"/>
                  <a:pt x="2892" y="1537"/>
                </a:cubicBezTo>
                <a:close/>
                <a:moveTo>
                  <a:pt x="2680" y="1425"/>
                </a:moveTo>
                <a:lnTo>
                  <a:pt x="2556" y="1360"/>
                </a:lnTo>
                <a:cubicBezTo>
                  <a:pt x="2551" y="1358"/>
                  <a:pt x="2549" y="1352"/>
                  <a:pt x="2552" y="1347"/>
                </a:cubicBezTo>
                <a:cubicBezTo>
                  <a:pt x="2554" y="1342"/>
                  <a:pt x="2561" y="1340"/>
                  <a:pt x="2565" y="1342"/>
                </a:cubicBezTo>
                <a:lnTo>
                  <a:pt x="2689" y="1408"/>
                </a:lnTo>
                <a:cubicBezTo>
                  <a:pt x="2694" y="1410"/>
                  <a:pt x="2696" y="1416"/>
                  <a:pt x="2694" y="1421"/>
                </a:cubicBezTo>
                <a:cubicBezTo>
                  <a:pt x="2691" y="1426"/>
                  <a:pt x="2685" y="1428"/>
                  <a:pt x="2680" y="1425"/>
                </a:cubicBezTo>
                <a:close/>
                <a:moveTo>
                  <a:pt x="2468" y="1314"/>
                </a:moveTo>
                <a:lnTo>
                  <a:pt x="2344" y="1249"/>
                </a:lnTo>
                <a:cubicBezTo>
                  <a:pt x="2339" y="1246"/>
                  <a:pt x="2337" y="1240"/>
                  <a:pt x="2339" y="1235"/>
                </a:cubicBezTo>
                <a:cubicBezTo>
                  <a:pt x="2342" y="1230"/>
                  <a:pt x="2348" y="1228"/>
                  <a:pt x="2353" y="1231"/>
                </a:cubicBezTo>
                <a:lnTo>
                  <a:pt x="2477" y="1296"/>
                </a:lnTo>
                <a:cubicBezTo>
                  <a:pt x="2482" y="1299"/>
                  <a:pt x="2484" y="1305"/>
                  <a:pt x="2481" y="1309"/>
                </a:cubicBezTo>
                <a:cubicBezTo>
                  <a:pt x="2479" y="1314"/>
                  <a:pt x="2472" y="1316"/>
                  <a:pt x="2468" y="1314"/>
                </a:cubicBezTo>
                <a:close/>
                <a:moveTo>
                  <a:pt x="2255" y="1202"/>
                </a:moveTo>
                <a:lnTo>
                  <a:pt x="2131" y="1137"/>
                </a:lnTo>
                <a:cubicBezTo>
                  <a:pt x="2126" y="1134"/>
                  <a:pt x="2124" y="1128"/>
                  <a:pt x="2127" y="1123"/>
                </a:cubicBezTo>
                <a:cubicBezTo>
                  <a:pt x="2130" y="1118"/>
                  <a:pt x="2136" y="1117"/>
                  <a:pt x="2140" y="1119"/>
                </a:cubicBezTo>
                <a:lnTo>
                  <a:pt x="2264" y="1184"/>
                </a:lnTo>
                <a:cubicBezTo>
                  <a:pt x="2269" y="1187"/>
                  <a:pt x="2271" y="1193"/>
                  <a:pt x="2269" y="1198"/>
                </a:cubicBezTo>
                <a:cubicBezTo>
                  <a:pt x="2266" y="1203"/>
                  <a:pt x="2260" y="1205"/>
                  <a:pt x="2255" y="1202"/>
                </a:cubicBezTo>
                <a:close/>
                <a:moveTo>
                  <a:pt x="2043" y="1090"/>
                </a:moveTo>
                <a:lnTo>
                  <a:pt x="1919" y="1025"/>
                </a:lnTo>
                <a:cubicBezTo>
                  <a:pt x="1914" y="1023"/>
                  <a:pt x="1912" y="1017"/>
                  <a:pt x="1915" y="1012"/>
                </a:cubicBezTo>
                <a:cubicBezTo>
                  <a:pt x="1917" y="1007"/>
                  <a:pt x="1923" y="1005"/>
                  <a:pt x="1928" y="1008"/>
                </a:cubicBezTo>
                <a:lnTo>
                  <a:pt x="2052" y="1073"/>
                </a:lnTo>
                <a:cubicBezTo>
                  <a:pt x="2057" y="1075"/>
                  <a:pt x="2059" y="1081"/>
                  <a:pt x="2056" y="1086"/>
                </a:cubicBezTo>
                <a:cubicBezTo>
                  <a:pt x="2054" y="1091"/>
                  <a:pt x="2048" y="1093"/>
                  <a:pt x="2043" y="1090"/>
                </a:cubicBezTo>
                <a:close/>
                <a:moveTo>
                  <a:pt x="1830" y="979"/>
                </a:moveTo>
                <a:lnTo>
                  <a:pt x="1706" y="914"/>
                </a:lnTo>
                <a:cubicBezTo>
                  <a:pt x="1701" y="911"/>
                  <a:pt x="1700" y="905"/>
                  <a:pt x="1702" y="900"/>
                </a:cubicBezTo>
                <a:cubicBezTo>
                  <a:pt x="1705" y="895"/>
                  <a:pt x="1711" y="893"/>
                  <a:pt x="1716" y="896"/>
                </a:cubicBezTo>
                <a:lnTo>
                  <a:pt x="1840" y="961"/>
                </a:lnTo>
                <a:cubicBezTo>
                  <a:pt x="1844" y="964"/>
                  <a:pt x="1846" y="970"/>
                  <a:pt x="1844" y="975"/>
                </a:cubicBezTo>
                <a:cubicBezTo>
                  <a:pt x="1841" y="979"/>
                  <a:pt x="1835" y="981"/>
                  <a:pt x="1830" y="979"/>
                </a:cubicBezTo>
                <a:close/>
                <a:moveTo>
                  <a:pt x="1618" y="867"/>
                </a:moveTo>
                <a:lnTo>
                  <a:pt x="1494" y="802"/>
                </a:lnTo>
                <a:cubicBezTo>
                  <a:pt x="1489" y="799"/>
                  <a:pt x="1487" y="793"/>
                  <a:pt x="1490" y="788"/>
                </a:cubicBezTo>
                <a:cubicBezTo>
                  <a:pt x="1492" y="784"/>
                  <a:pt x="1498" y="782"/>
                  <a:pt x="1503" y="784"/>
                </a:cubicBezTo>
                <a:lnTo>
                  <a:pt x="1627" y="849"/>
                </a:lnTo>
                <a:cubicBezTo>
                  <a:pt x="1632" y="852"/>
                  <a:pt x="1634" y="858"/>
                  <a:pt x="1631" y="863"/>
                </a:cubicBezTo>
                <a:cubicBezTo>
                  <a:pt x="1629" y="868"/>
                  <a:pt x="1623" y="870"/>
                  <a:pt x="1618" y="867"/>
                </a:cubicBezTo>
                <a:close/>
                <a:moveTo>
                  <a:pt x="1405" y="755"/>
                </a:moveTo>
                <a:lnTo>
                  <a:pt x="1281" y="690"/>
                </a:lnTo>
                <a:cubicBezTo>
                  <a:pt x="1277" y="688"/>
                  <a:pt x="1275" y="682"/>
                  <a:pt x="1277" y="677"/>
                </a:cubicBezTo>
                <a:cubicBezTo>
                  <a:pt x="1280" y="672"/>
                  <a:pt x="1286" y="670"/>
                  <a:pt x="1291" y="673"/>
                </a:cubicBezTo>
                <a:lnTo>
                  <a:pt x="1415" y="738"/>
                </a:lnTo>
                <a:cubicBezTo>
                  <a:pt x="1420" y="740"/>
                  <a:pt x="1421" y="746"/>
                  <a:pt x="1419" y="751"/>
                </a:cubicBezTo>
                <a:cubicBezTo>
                  <a:pt x="1416" y="756"/>
                  <a:pt x="1410" y="758"/>
                  <a:pt x="1405" y="755"/>
                </a:cubicBezTo>
                <a:close/>
                <a:moveTo>
                  <a:pt x="1193" y="644"/>
                </a:moveTo>
                <a:lnTo>
                  <a:pt x="1069" y="579"/>
                </a:lnTo>
                <a:cubicBezTo>
                  <a:pt x="1064" y="576"/>
                  <a:pt x="1062" y="570"/>
                  <a:pt x="1065" y="565"/>
                </a:cubicBezTo>
                <a:cubicBezTo>
                  <a:pt x="1067" y="560"/>
                  <a:pt x="1073" y="558"/>
                  <a:pt x="1078" y="561"/>
                </a:cubicBezTo>
                <a:lnTo>
                  <a:pt x="1202" y="626"/>
                </a:lnTo>
                <a:cubicBezTo>
                  <a:pt x="1207" y="629"/>
                  <a:pt x="1209" y="635"/>
                  <a:pt x="1206" y="640"/>
                </a:cubicBezTo>
                <a:cubicBezTo>
                  <a:pt x="1204" y="644"/>
                  <a:pt x="1198" y="646"/>
                  <a:pt x="1193" y="644"/>
                </a:cubicBezTo>
                <a:close/>
                <a:moveTo>
                  <a:pt x="980" y="532"/>
                </a:moveTo>
                <a:lnTo>
                  <a:pt x="856" y="467"/>
                </a:lnTo>
                <a:cubicBezTo>
                  <a:pt x="852" y="464"/>
                  <a:pt x="850" y="458"/>
                  <a:pt x="852" y="453"/>
                </a:cubicBezTo>
                <a:cubicBezTo>
                  <a:pt x="855" y="449"/>
                  <a:pt x="861" y="447"/>
                  <a:pt x="866" y="449"/>
                </a:cubicBezTo>
                <a:lnTo>
                  <a:pt x="990" y="514"/>
                </a:lnTo>
                <a:cubicBezTo>
                  <a:pt x="995" y="517"/>
                  <a:pt x="996" y="523"/>
                  <a:pt x="994" y="528"/>
                </a:cubicBezTo>
                <a:cubicBezTo>
                  <a:pt x="991" y="533"/>
                  <a:pt x="985" y="535"/>
                  <a:pt x="980" y="532"/>
                </a:cubicBezTo>
                <a:close/>
                <a:moveTo>
                  <a:pt x="768" y="420"/>
                </a:moveTo>
                <a:lnTo>
                  <a:pt x="644" y="355"/>
                </a:lnTo>
                <a:cubicBezTo>
                  <a:pt x="639" y="353"/>
                  <a:pt x="637" y="347"/>
                  <a:pt x="640" y="342"/>
                </a:cubicBezTo>
                <a:cubicBezTo>
                  <a:pt x="642" y="337"/>
                  <a:pt x="648" y="335"/>
                  <a:pt x="653" y="338"/>
                </a:cubicBezTo>
                <a:lnTo>
                  <a:pt x="777" y="403"/>
                </a:lnTo>
                <a:cubicBezTo>
                  <a:pt x="782" y="405"/>
                  <a:pt x="784" y="411"/>
                  <a:pt x="781" y="416"/>
                </a:cubicBezTo>
                <a:cubicBezTo>
                  <a:pt x="779" y="421"/>
                  <a:pt x="773" y="423"/>
                  <a:pt x="768" y="420"/>
                </a:cubicBezTo>
                <a:close/>
                <a:moveTo>
                  <a:pt x="556" y="309"/>
                </a:moveTo>
                <a:lnTo>
                  <a:pt x="432" y="244"/>
                </a:lnTo>
                <a:cubicBezTo>
                  <a:pt x="427" y="241"/>
                  <a:pt x="425" y="235"/>
                  <a:pt x="427" y="230"/>
                </a:cubicBezTo>
                <a:cubicBezTo>
                  <a:pt x="430" y="225"/>
                  <a:pt x="436" y="223"/>
                  <a:pt x="441" y="226"/>
                </a:cubicBezTo>
                <a:lnTo>
                  <a:pt x="565" y="291"/>
                </a:lnTo>
                <a:cubicBezTo>
                  <a:pt x="570" y="294"/>
                  <a:pt x="572" y="300"/>
                  <a:pt x="569" y="305"/>
                </a:cubicBezTo>
                <a:cubicBezTo>
                  <a:pt x="566" y="310"/>
                  <a:pt x="560" y="311"/>
                  <a:pt x="556" y="309"/>
                </a:cubicBezTo>
                <a:close/>
                <a:moveTo>
                  <a:pt x="343" y="197"/>
                </a:moveTo>
                <a:lnTo>
                  <a:pt x="219" y="132"/>
                </a:lnTo>
                <a:cubicBezTo>
                  <a:pt x="214" y="129"/>
                  <a:pt x="212" y="123"/>
                  <a:pt x="215" y="119"/>
                </a:cubicBezTo>
                <a:cubicBezTo>
                  <a:pt x="218" y="114"/>
                  <a:pt x="224" y="112"/>
                  <a:pt x="228" y="114"/>
                </a:cubicBezTo>
                <a:lnTo>
                  <a:pt x="352" y="179"/>
                </a:lnTo>
                <a:cubicBezTo>
                  <a:pt x="357" y="182"/>
                  <a:pt x="359" y="188"/>
                  <a:pt x="357" y="193"/>
                </a:cubicBezTo>
                <a:cubicBezTo>
                  <a:pt x="354" y="198"/>
                  <a:pt x="348" y="200"/>
                  <a:pt x="343" y="197"/>
                </a:cubicBezTo>
                <a:close/>
                <a:moveTo>
                  <a:pt x="131" y="86"/>
                </a:moveTo>
                <a:lnTo>
                  <a:pt x="7" y="20"/>
                </a:lnTo>
                <a:cubicBezTo>
                  <a:pt x="2" y="18"/>
                  <a:pt x="0" y="12"/>
                  <a:pt x="2" y="7"/>
                </a:cubicBezTo>
                <a:cubicBezTo>
                  <a:pt x="5" y="2"/>
                  <a:pt x="11" y="0"/>
                  <a:pt x="16" y="3"/>
                </a:cubicBezTo>
                <a:lnTo>
                  <a:pt x="140" y="68"/>
                </a:lnTo>
                <a:cubicBezTo>
                  <a:pt x="145" y="70"/>
                  <a:pt x="147" y="76"/>
                  <a:pt x="144" y="81"/>
                </a:cubicBezTo>
                <a:cubicBezTo>
                  <a:pt x="142" y="86"/>
                  <a:pt x="136" y="88"/>
                  <a:pt x="131" y="86"/>
                </a:cubicBezTo>
                <a:close/>
              </a:path>
            </a:pathLst>
          </a:custGeom>
          <a:solidFill>
            <a:schemeClr val="bg1"/>
          </a:solidFill>
          <a:ln w="9525" cap="flat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74" name="Freeform 366">
            <a:extLst>
              <a:ext uri="{FF2B5EF4-FFF2-40B4-BE49-F238E27FC236}">
                <a16:creationId xmlns:a16="http://schemas.microsoft.com/office/drawing/2014/main" id="{47CD1575-AD0C-41D1-A52A-96A9D1D14610}"/>
              </a:ext>
            </a:extLst>
          </p:cNvPr>
          <p:cNvSpPr>
            <a:spLocks/>
          </p:cNvSpPr>
          <p:nvPr/>
        </p:nvSpPr>
        <p:spPr bwMode="auto">
          <a:xfrm>
            <a:off x="7007226" y="4606926"/>
            <a:ext cx="41275" cy="53975"/>
          </a:xfrm>
          <a:custGeom>
            <a:avLst/>
            <a:gdLst>
              <a:gd name="T0" fmla="*/ 26 w 26"/>
              <a:gd name="T1" fmla="*/ 0 h 34"/>
              <a:gd name="T2" fmla="*/ 0 w 26"/>
              <a:gd name="T3" fmla="*/ 8 h 34"/>
              <a:gd name="T4" fmla="*/ 9 w 26"/>
              <a:gd name="T5" fmla="*/ 34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" h="34">
                <a:moveTo>
                  <a:pt x="26" y="0"/>
                </a:moveTo>
                <a:lnTo>
                  <a:pt x="0" y="8"/>
                </a:lnTo>
                <a:lnTo>
                  <a:pt x="9" y="34"/>
                </a:lnTo>
              </a:path>
            </a:pathLst>
          </a:cu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77" name="Freeform 369">
            <a:extLst>
              <a:ext uri="{FF2B5EF4-FFF2-40B4-BE49-F238E27FC236}">
                <a16:creationId xmlns:a16="http://schemas.microsoft.com/office/drawing/2014/main" id="{494CBA7F-21DD-4415-BE72-A42F5B02D66B}"/>
              </a:ext>
            </a:extLst>
          </p:cNvPr>
          <p:cNvSpPr>
            <a:spLocks noEditPoints="1"/>
          </p:cNvSpPr>
          <p:nvPr/>
        </p:nvSpPr>
        <p:spPr bwMode="auto">
          <a:xfrm>
            <a:off x="6815139" y="4683126"/>
            <a:ext cx="638175" cy="955675"/>
          </a:xfrm>
          <a:custGeom>
            <a:avLst/>
            <a:gdLst>
              <a:gd name="T0" fmla="*/ 1731 w 1828"/>
              <a:gd name="T1" fmla="*/ 2614 h 2737"/>
              <a:gd name="T2" fmla="*/ 1748 w 1828"/>
              <a:gd name="T3" fmla="*/ 2603 h 2737"/>
              <a:gd name="T4" fmla="*/ 1822 w 1828"/>
              <a:gd name="T5" fmla="*/ 2734 h 2737"/>
              <a:gd name="T6" fmla="*/ 1676 w 1828"/>
              <a:gd name="T7" fmla="*/ 2531 h 2737"/>
              <a:gd name="T8" fmla="*/ 1601 w 1828"/>
              <a:gd name="T9" fmla="*/ 2401 h 2737"/>
              <a:gd name="T10" fmla="*/ 1692 w 1828"/>
              <a:gd name="T11" fmla="*/ 2520 h 2737"/>
              <a:gd name="T12" fmla="*/ 1676 w 1828"/>
              <a:gd name="T13" fmla="*/ 2531 h 2737"/>
              <a:gd name="T14" fmla="*/ 1465 w 1828"/>
              <a:gd name="T15" fmla="*/ 2215 h 2737"/>
              <a:gd name="T16" fmla="*/ 1482 w 1828"/>
              <a:gd name="T17" fmla="*/ 2204 h 2737"/>
              <a:gd name="T18" fmla="*/ 1557 w 1828"/>
              <a:gd name="T19" fmla="*/ 2334 h 2737"/>
              <a:gd name="T20" fmla="*/ 1410 w 1828"/>
              <a:gd name="T21" fmla="*/ 2131 h 2737"/>
              <a:gd name="T22" fmla="*/ 1335 w 1828"/>
              <a:gd name="T23" fmla="*/ 2001 h 2737"/>
              <a:gd name="T24" fmla="*/ 1426 w 1828"/>
              <a:gd name="T25" fmla="*/ 2120 h 2737"/>
              <a:gd name="T26" fmla="*/ 1410 w 1828"/>
              <a:gd name="T27" fmla="*/ 2131 h 2737"/>
              <a:gd name="T28" fmla="*/ 1199 w 1828"/>
              <a:gd name="T29" fmla="*/ 1815 h 2737"/>
              <a:gd name="T30" fmla="*/ 1216 w 1828"/>
              <a:gd name="T31" fmla="*/ 1804 h 2737"/>
              <a:gd name="T32" fmla="*/ 1291 w 1828"/>
              <a:gd name="T33" fmla="*/ 1934 h 2737"/>
              <a:gd name="T34" fmla="*/ 1144 w 1828"/>
              <a:gd name="T35" fmla="*/ 1732 h 2737"/>
              <a:gd name="T36" fmla="*/ 1069 w 1828"/>
              <a:gd name="T37" fmla="*/ 1601 h 2737"/>
              <a:gd name="T38" fmla="*/ 1160 w 1828"/>
              <a:gd name="T39" fmla="*/ 1721 h 2737"/>
              <a:gd name="T40" fmla="*/ 1144 w 1828"/>
              <a:gd name="T41" fmla="*/ 1732 h 2737"/>
              <a:gd name="T42" fmla="*/ 933 w 1828"/>
              <a:gd name="T43" fmla="*/ 1415 h 2737"/>
              <a:gd name="T44" fmla="*/ 950 w 1828"/>
              <a:gd name="T45" fmla="*/ 1404 h 2737"/>
              <a:gd name="T46" fmla="*/ 1025 w 1828"/>
              <a:gd name="T47" fmla="*/ 1535 h 2737"/>
              <a:gd name="T48" fmla="*/ 878 w 1828"/>
              <a:gd name="T49" fmla="*/ 1332 h 2737"/>
              <a:gd name="T50" fmla="*/ 803 w 1828"/>
              <a:gd name="T51" fmla="*/ 1202 h 2737"/>
              <a:gd name="T52" fmla="*/ 895 w 1828"/>
              <a:gd name="T53" fmla="*/ 1321 h 2737"/>
              <a:gd name="T54" fmla="*/ 878 w 1828"/>
              <a:gd name="T55" fmla="*/ 1332 h 2737"/>
              <a:gd name="T56" fmla="*/ 667 w 1828"/>
              <a:gd name="T57" fmla="*/ 1016 h 2737"/>
              <a:gd name="T58" fmla="*/ 684 w 1828"/>
              <a:gd name="T59" fmla="*/ 1005 h 2737"/>
              <a:gd name="T60" fmla="*/ 759 w 1828"/>
              <a:gd name="T61" fmla="*/ 1135 h 2737"/>
              <a:gd name="T62" fmla="*/ 612 w 1828"/>
              <a:gd name="T63" fmla="*/ 932 h 2737"/>
              <a:gd name="T64" fmla="*/ 537 w 1828"/>
              <a:gd name="T65" fmla="*/ 802 h 2737"/>
              <a:gd name="T66" fmla="*/ 629 w 1828"/>
              <a:gd name="T67" fmla="*/ 921 h 2737"/>
              <a:gd name="T68" fmla="*/ 612 w 1828"/>
              <a:gd name="T69" fmla="*/ 932 h 2737"/>
              <a:gd name="T70" fmla="*/ 402 w 1828"/>
              <a:gd name="T71" fmla="*/ 616 h 2737"/>
              <a:gd name="T72" fmla="*/ 418 w 1828"/>
              <a:gd name="T73" fmla="*/ 605 h 2737"/>
              <a:gd name="T74" fmla="*/ 493 w 1828"/>
              <a:gd name="T75" fmla="*/ 735 h 2737"/>
              <a:gd name="T76" fmla="*/ 346 w 1828"/>
              <a:gd name="T77" fmla="*/ 533 h 2737"/>
              <a:gd name="T78" fmla="*/ 271 w 1828"/>
              <a:gd name="T79" fmla="*/ 402 h 2737"/>
              <a:gd name="T80" fmla="*/ 363 w 1828"/>
              <a:gd name="T81" fmla="*/ 522 h 2737"/>
              <a:gd name="T82" fmla="*/ 346 w 1828"/>
              <a:gd name="T83" fmla="*/ 533 h 2737"/>
              <a:gd name="T84" fmla="*/ 136 w 1828"/>
              <a:gd name="T85" fmla="*/ 216 h 2737"/>
              <a:gd name="T86" fmla="*/ 152 w 1828"/>
              <a:gd name="T87" fmla="*/ 205 h 2737"/>
              <a:gd name="T88" fmla="*/ 227 w 1828"/>
              <a:gd name="T89" fmla="*/ 336 h 2737"/>
              <a:gd name="T90" fmla="*/ 80 w 1828"/>
              <a:gd name="T91" fmla="*/ 133 h 2737"/>
              <a:gd name="T92" fmla="*/ 6 w 1828"/>
              <a:gd name="T93" fmla="*/ 3 h 2737"/>
              <a:gd name="T94" fmla="*/ 97 w 1828"/>
              <a:gd name="T95" fmla="*/ 122 h 2737"/>
              <a:gd name="T96" fmla="*/ 80 w 1828"/>
              <a:gd name="T97" fmla="*/ 133 h 27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828" h="2737">
                <a:moveTo>
                  <a:pt x="1809" y="2731"/>
                </a:moveTo>
                <a:lnTo>
                  <a:pt x="1731" y="2614"/>
                </a:lnTo>
                <a:cubicBezTo>
                  <a:pt x="1728" y="2610"/>
                  <a:pt x="1729" y="2603"/>
                  <a:pt x="1734" y="2600"/>
                </a:cubicBezTo>
                <a:cubicBezTo>
                  <a:pt x="1738" y="2597"/>
                  <a:pt x="1745" y="2599"/>
                  <a:pt x="1748" y="2603"/>
                </a:cubicBezTo>
                <a:lnTo>
                  <a:pt x="1825" y="2720"/>
                </a:lnTo>
                <a:cubicBezTo>
                  <a:pt x="1828" y="2724"/>
                  <a:pt x="1827" y="2731"/>
                  <a:pt x="1822" y="2734"/>
                </a:cubicBezTo>
                <a:cubicBezTo>
                  <a:pt x="1818" y="2737"/>
                  <a:pt x="1812" y="2735"/>
                  <a:pt x="1809" y="2731"/>
                </a:cubicBezTo>
                <a:close/>
                <a:moveTo>
                  <a:pt x="1676" y="2531"/>
                </a:moveTo>
                <a:lnTo>
                  <a:pt x="1598" y="2414"/>
                </a:lnTo>
                <a:cubicBezTo>
                  <a:pt x="1595" y="2410"/>
                  <a:pt x="1596" y="2404"/>
                  <a:pt x="1601" y="2401"/>
                </a:cubicBezTo>
                <a:cubicBezTo>
                  <a:pt x="1605" y="2398"/>
                  <a:pt x="1612" y="2399"/>
                  <a:pt x="1615" y="2403"/>
                </a:cubicBezTo>
                <a:lnTo>
                  <a:pt x="1692" y="2520"/>
                </a:lnTo>
                <a:cubicBezTo>
                  <a:pt x="1695" y="2525"/>
                  <a:pt x="1694" y="2531"/>
                  <a:pt x="1689" y="2534"/>
                </a:cubicBezTo>
                <a:cubicBezTo>
                  <a:pt x="1685" y="2537"/>
                  <a:pt x="1679" y="2536"/>
                  <a:pt x="1676" y="2531"/>
                </a:cubicBezTo>
                <a:close/>
                <a:moveTo>
                  <a:pt x="1543" y="2331"/>
                </a:moveTo>
                <a:lnTo>
                  <a:pt x="1465" y="2215"/>
                </a:lnTo>
                <a:cubicBezTo>
                  <a:pt x="1462" y="2210"/>
                  <a:pt x="1463" y="2204"/>
                  <a:pt x="1468" y="2201"/>
                </a:cubicBezTo>
                <a:cubicBezTo>
                  <a:pt x="1472" y="2198"/>
                  <a:pt x="1479" y="2199"/>
                  <a:pt x="1482" y="2204"/>
                </a:cubicBezTo>
                <a:lnTo>
                  <a:pt x="1559" y="2320"/>
                </a:lnTo>
                <a:cubicBezTo>
                  <a:pt x="1562" y="2325"/>
                  <a:pt x="1561" y="2331"/>
                  <a:pt x="1557" y="2334"/>
                </a:cubicBezTo>
                <a:cubicBezTo>
                  <a:pt x="1552" y="2337"/>
                  <a:pt x="1546" y="2336"/>
                  <a:pt x="1543" y="2331"/>
                </a:cubicBezTo>
                <a:close/>
                <a:moveTo>
                  <a:pt x="1410" y="2131"/>
                </a:moveTo>
                <a:lnTo>
                  <a:pt x="1332" y="2015"/>
                </a:lnTo>
                <a:cubicBezTo>
                  <a:pt x="1329" y="2010"/>
                  <a:pt x="1330" y="2004"/>
                  <a:pt x="1335" y="2001"/>
                </a:cubicBezTo>
                <a:cubicBezTo>
                  <a:pt x="1340" y="1998"/>
                  <a:pt x="1346" y="1999"/>
                  <a:pt x="1349" y="2004"/>
                </a:cubicBezTo>
                <a:lnTo>
                  <a:pt x="1426" y="2120"/>
                </a:lnTo>
                <a:cubicBezTo>
                  <a:pt x="1429" y="2125"/>
                  <a:pt x="1428" y="2131"/>
                  <a:pt x="1424" y="2134"/>
                </a:cubicBezTo>
                <a:cubicBezTo>
                  <a:pt x="1419" y="2137"/>
                  <a:pt x="1413" y="2136"/>
                  <a:pt x="1410" y="2131"/>
                </a:cubicBezTo>
                <a:close/>
                <a:moveTo>
                  <a:pt x="1277" y="1932"/>
                </a:moveTo>
                <a:lnTo>
                  <a:pt x="1199" y="1815"/>
                </a:lnTo>
                <a:cubicBezTo>
                  <a:pt x="1196" y="1810"/>
                  <a:pt x="1197" y="1804"/>
                  <a:pt x="1202" y="1801"/>
                </a:cubicBezTo>
                <a:cubicBezTo>
                  <a:pt x="1207" y="1798"/>
                  <a:pt x="1213" y="1799"/>
                  <a:pt x="1216" y="1804"/>
                </a:cubicBezTo>
                <a:lnTo>
                  <a:pt x="1293" y="1921"/>
                </a:lnTo>
                <a:cubicBezTo>
                  <a:pt x="1296" y="1925"/>
                  <a:pt x="1295" y="1931"/>
                  <a:pt x="1291" y="1934"/>
                </a:cubicBezTo>
                <a:cubicBezTo>
                  <a:pt x="1286" y="1937"/>
                  <a:pt x="1280" y="1936"/>
                  <a:pt x="1277" y="1932"/>
                </a:cubicBezTo>
                <a:close/>
                <a:moveTo>
                  <a:pt x="1144" y="1732"/>
                </a:moveTo>
                <a:lnTo>
                  <a:pt x="1066" y="1615"/>
                </a:lnTo>
                <a:cubicBezTo>
                  <a:pt x="1063" y="1611"/>
                  <a:pt x="1064" y="1604"/>
                  <a:pt x="1069" y="1601"/>
                </a:cubicBezTo>
                <a:cubicBezTo>
                  <a:pt x="1074" y="1598"/>
                  <a:pt x="1080" y="1600"/>
                  <a:pt x="1083" y="1604"/>
                </a:cubicBezTo>
                <a:lnTo>
                  <a:pt x="1160" y="1721"/>
                </a:lnTo>
                <a:cubicBezTo>
                  <a:pt x="1164" y="1725"/>
                  <a:pt x="1162" y="1731"/>
                  <a:pt x="1158" y="1735"/>
                </a:cubicBezTo>
                <a:cubicBezTo>
                  <a:pt x="1153" y="1738"/>
                  <a:pt x="1147" y="1736"/>
                  <a:pt x="1144" y="1732"/>
                </a:cubicBezTo>
                <a:close/>
                <a:moveTo>
                  <a:pt x="1011" y="1532"/>
                </a:moveTo>
                <a:lnTo>
                  <a:pt x="933" y="1415"/>
                </a:lnTo>
                <a:cubicBezTo>
                  <a:pt x="930" y="1411"/>
                  <a:pt x="932" y="1405"/>
                  <a:pt x="936" y="1402"/>
                </a:cubicBezTo>
                <a:cubicBezTo>
                  <a:pt x="941" y="1398"/>
                  <a:pt x="947" y="1400"/>
                  <a:pt x="950" y="1404"/>
                </a:cubicBezTo>
                <a:lnTo>
                  <a:pt x="1028" y="1521"/>
                </a:lnTo>
                <a:cubicBezTo>
                  <a:pt x="1031" y="1525"/>
                  <a:pt x="1029" y="1532"/>
                  <a:pt x="1025" y="1535"/>
                </a:cubicBezTo>
                <a:cubicBezTo>
                  <a:pt x="1020" y="1538"/>
                  <a:pt x="1014" y="1537"/>
                  <a:pt x="1011" y="1532"/>
                </a:cubicBezTo>
                <a:close/>
                <a:moveTo>
                  <a:pt x="878" y="1332"/>
                </a:moveTo>
                <a:lnTo>
                  <a:pt x="800" y="1216"/>
                </a:lnTo>
                <a:cubicBezTo>
                  <a:pt x="797" y="1211"/>
                  <a:pt x="799" y="1205"/>
                  <a:pt x="803" y="1202"/>
                </a:cubicBezTo>
                <a:cubicBezTo>
                  <a:pt x="808" y="1199"/>
                  <a:pt x="814" y="1200"/>
                  <a:pt x="817" y="1204"/>
                </a:cubicBezTo>
                <a:lnTo>
                  <a:pt x="895" y="1321"/>
                </a:lnTo>
                <a:cubicBezTo>
                  <a:pt x="898" y="1326"/>
                  <a:pt x="896" y="1332"/>
                  <a:pt x="892" y="1335"/>
                </a:cubicBezTo>
                <a:cubicBezTo>
                  <a:pt x="887" y="1338"/>
                  <a:pt x="881" y="1337"/>
                  <a:pt x="878" y="1332"/>
                </a:cubicBezTo>
                <a:close/>
                <a:moveTo>
                  <a:pt x="745" y="1132"/>
                </a:moveTo>
                <a:lnTo>
                  <a:pt x="667" y="1016"/>
                </a:lnTo>
                <a:cubicBezTo>
                  <a:pt x="664" y="1011"/>
                  <a:pt x="666" y="1005"/>
                  <a:pt x="670" y="1002"/>
                </a:cubicBezTo>
                <a:cubicBezTo>
                  <a:pt x="675" y="999"/>
                  <a:pt x="681" y="1000"/>
                  <a:pt x="684" y="1005"/>
                </a:cubicBezTo>
                <a:lnTo>
                  <a:pt x="762" y="1121"/>
                </a:lnTo>
                <a:cubicBezTo>
                  <a:pt x="765" y="1126"/>
                  <a:pt x="763" y="1132"/>
                  <a:pt x="759" y="1135"/>
                </a:cubicBezTo>
                <a:cubicBezTo>
                  <a:pt x="754" y="1138"/>
                  <a:pt x="748" y="1137"/>
                  <a:pt x="745" y="1132"/>
                </a:cubicBezTo>
                <a:close/>
                <a:moveTo>
                  <a:pt x="612" y="932"/>
                </a:moveTo>
                <a:lnTo>
                  <a:pt x="535" y="816"/>
                </a:lnTo>
                <a:cubicBezTo>
                  <a:pt x="531" y="811"/>
                  <a:pt x="533" y="805"/>
                  <a:pt x="537" y="802"/>
                </a:cubicBezTo>
                <a:cubicBezTo>
                  <a:pt x="542" y="799"/>
                  <a:pt x="548" y="800"/>
                  <a:pt x="551" y="805"/>
                </a:cubicBezTo>
                <a:lnTo>
                  <a:pt x="629" y="921"/>
                </a:lnTo>
                <a:cubicBezTo>
                  <a:pt x="632" y="926"/>
                  <a:pt x="631" y="932"/>
                  <a:pt x="626" y="935"/>
                </a:cubicBezTo>
                <a:cubicBezTo>
                  <a:pt x="621" y="938"/>
                  <a:pt x="615" y="937"/>
                  <a:pt x="612" y="932"/>
                </a:cubicBezTo>
                <a:close/>
                <a:moveTo>
                  <a:pt x="479" y="733"/>
                </a:moveTo>
                <a:lnTo>
                  <a:pt x="402" y="616"/>
                </a:lnTo>
                <a:cubicBezTo>
                  <a:pt x="399" y="612"/>
                  <a:pt x="400" y="605"/>
                  <a:pt x="404" y="602"/>
                </a:cubicBezTo>
                <a:cubicBezTo>
                  <a:pt x="409" y="599"/>
                  <a:pt x="415" y="600"/>
                  <a:pt x="418" y="605"/>
                </a:cubicBezTo>
                <a:lnTo>
                  <a:pt x="496" y="722"/>
                </a:lnTo>
                <a:cubicBezTo>
                  <a:pt x="499" y="726"/>
                  <a:pt x="498" y="732"/>
                  <a:pt x="493" y="735"/>
                </a:cubicBezTo>
                <a:cubicBezTo>
                  <a:pt x="488" y="739"/>
                  <a:pt x="482" y="737"/>
                  <a:pt x="479" y="733"/>
                </a:cubicBezTo>
                <a:close/>
                <a:moveTo>
                  <a:pt x="346" y="533"/>
                </a:moveTo>
                <a:lnTo>
                  <a:pt x="269" y="416"/>
                </a:lnTo>
                <a:cubicBezTo>
                  <a:pt x="266" y="412"/>
                  <a:pt x="267" y="405"/>
                  <a:pt x="271" y="402"/>
                </a:cubicBezTo>
                <a:cubicBezTo>
                  <a:pt x="276" y="399"/>
                  <a:pt x="282" y="401"/>
                  <a:pt x="285" y="405"/>
                </a:cubicBezTo>
                <a:lnTo>
                  <a:pt x="363" y="522"/>
                </a:lnTo>
                <a:cubicBezTo>
                  <a:pt x="366" y="526"/>
                  <a:pt x="365" y="533"/>
                  <a:pt x="360" y="536"/>
                </a:cubicBezTo>
                <a:cubicBezTo>
                  <a:pt x="355" y="539"/>
                  <a:pt x="349" y="537"/>
                  <a:pt x="346" y="533"/>
                </a:cubicBezTo>
                <a:close/>
                <a:moveTo>
                  <a:pt x="213" y="333"/>
                </a:moveTo>
                <a:lnTo>
                  <a:pt x="136" y="216"/>
                </a:lnTo>
                <a:cubicBezTo>
                  <a:pt x="133" y="212"/>
                  <a:pt x="134" y="206"/>
                  <a:pt x="138" y="203"/>
                </a:cubicBezTo>
                <a:cubicBezTo>
                  <a:pt x="143" y="200"/>
                  <a:pt x="149" y="201"/>
                  <a:pt x="152" y="205"/>
                </a:cubicBezTo>
                <a:lnTo>
                  <a:pt x="230" y="322"/>
                </a:lnTo>
                <a:cubicBezTo>
                  <a:pt x="233" y="327"/>
                  <a:pt x="232" y="333"/>
                  <a:pt x="227" y="336"/>
                </a:cubicBezTo>
                <a:cubicBezTo>
                  <a:pt x="223" y="339"/>
                  <a:pt x="216" y="338"/>
                  <a:pt x="213" y="333"/>
                </a:cubicBezTo>
                <a:close/>
                <a:moveTo>
                  <a:pt x="80" y="133"/>
                </a:moveTo>
                <a:lnTo>
                  <a:pt x="3" y="17"/>
                </a:lnTo>
                <a:cubicBezTo>
                  <a:pt x="0" y="12"/>
                  <a:pt x="1" y="6"/>
                  <a:pt x="6" y="3"/>
                </a:cubicBezTo>
                <a:cubicBezTo>
                  <a:pt x="10" y="0"/>
                  <a:pt x="16" y="1"/>
                  <a:pt x="19" y="6"/>
                </a:cubicBezTo>
                <a:lnTo>
                  <a:pt x="97" y="122"/>
                </a:lnTo>
                <a:cubicBezTo>
                  <a:pt x="100" y="127"/>
                  <a:pt x="99" y="133"/>
                  <a:pt x="94" y="136"/>
                </a:cubicBezTo>
                <a:cubicBezTo>
                  <a:pt x="90" y="139"/>
                  <a:pt x="83" y="138"/>
                  <a:pt x="80" y="133"/>
                </a:cubicBezTo>
                <a:close/>
              </a:path>
            </a:pathLst>
          </a:custGeom>
          <a:solidFill>
            <a:schemeClr val="bg1"/>
          </a:solidFill>
          <a:ln w="9525" cap="flat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78" name="Freeform 370">
            <a:extLst>
              <a:ext uri="{FF2B5EF4-FFF2-40B4-BE49-F238E27FC236}">
                <a16:creationId xmlns:a16="http://schemas.microsoft.com/office/drawing/2014/main" id="{978DF15C-BE98-419B-8FFB-269F099D605E}"/>
              </a:ext>
            </a:extLst>
          </p:cNvPr>
          <p:cNvSpPr>
            <a:spLocks/>
          </p:cNvSpPr>
          <p:nvPr/>
        </p:nvSpPr>
        <p:spPr bwMode="auto">
          <a:xfrm>
            <a:off x="6794501" y="4664076"/>
            <a:ext cx="50800" cy="41275"/>
          </a:xfrm>
          <a:custGeom>
            <a:avLst/>
            <a:gdLst>
              <a:gd name="T0" fmla="*/ 32 w 32"/>
              <a:gd name="T1" fmla="*/ 5 h 26"/>
              <a:gd name="T2" fmla="*/ 6 w 32"/>
              <a:gd name="T3" fmla="*/ 0 h 26"/>
              <a:gd name="T4" fmla="*/ 0 w 32"/>
              <a:gd name="T5" fmla="*/ 26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2" h="26">
                <a:moveTo>
                  <a:pt x="32" y="5"/>
                </a:moveTo>
                <a:lnTo>
                  <a:pt x="6" y="0"/>
                </a:lnTo>
                <a:lnTo>
                  <a:pt x="0" y="26"/>
                </a:lnTo>
              </a:path>
            </a:pathLst>
          </a:cu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81" name="Oval 373">
            <a:extLst>
              <a:ext uri="{FF2B5EF4-FFF2-40B4-BE49-F238E27FC236}">
                <a16:creationId xmlns:a16="http://schemas.microsoft.com/office/drawing/2014/main" id="{6F0E3C92-FA6A-4BA4-B118-3404E1658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5664" y="4106863"/>
            <a:ext cx="1055688" cy="481012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102927398">
                  <a:custGeom>
                    <a:avLst/>
                    <a:gdLst>
                      <a:gd name="connsiteX0" fmla="*/ 0 w 1055688"/>
                      <a:gd name="connsiteY0" fmla="*/ 240506 h 481012"/>
                      <a:gd name="connsiteX1" fmla="*/ 527844 w 1055688"/>
                      <a:gd name="connsiteY1" fmla="*/ 0 h 481012"/>
                      <a:gd name="connsiteX2" fmla="*/ 1055688 w 1055688"/>
                      <a:gd name="connsiteY2" fmla="*/ 240506 h 481012"/>
                      <a:gd name="connsiteX3" fmla="*/ 527844 w 1055688"/>
                      <a:gd name="connsiteY3" fmla="*/ 481012 h 481012"/>
                      <a:gd name="connsiteX4" fmla="*/ 0 w 1055688"/>
                      <a:gd name="connsiteY4" fmla="*/ 240506 h 4810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5688" h="481012" fill="none" extrusionOk="0">
                        <a:moveTo>
                          <a:pt x="0" y="240506"/>
                        </a:moveTo>
                        <a:cubicBezTo>
                          <a:pt x="42215" y="57245"/>
                          <a:pt x="275089" y="-62923"/>
                          <a:pt x="527844" y="0"/>
                        </a:cubicBezTo>
                        <a:cubicBezTo>
                          <a:pt x="815217" y="-10386"/>
                          <a:pt x="1048941" y="111126"/>
                          <a:pt x="1055688" y="240506"/>
                        </a:cubicBezTo>
                        <a:cubicBezTo>
                          <a:pt x="1055883" y="363405"/>
                          <a:pt x="798973" y="417573"/>
                          <a:pt x="527844" y="481012"/>
                        </a:cubicBezTo>
                        <a:cubicBezTo>
                          <a:pt x="250518" y="450134"/>
                          <a:pt x="-13394" y="372948"/>
                          <a:pt x="0" y="240506"/>
                        </a:cubicBezTo>
                        <a:close/>
                      </a:path>
                      <a:path w="1055688" h="481012" stroke="0" extrusionOk="0">
                        <a:moveTo>
                          <a:pt x="0" y="240506"/>
                        </a:moveTo>
                        <a:cubicBezTo>
                          <a:pt x="1802" y="131968"/>
                          <a:pt x="237677" y="-20989"/>
                          <a:pt x="527844" y="0"/>
                        </a:cubicBezTo>
                        <a:cubicBezTo>
                          <a:pt x="825828" y="12788"/>
                          <a:pt x="1049398" y="134664"/>
                          <a:pt x="1055688" y="240506"/>
                        </a:cubicBezTo>
                        <a:cubicBezTo>
                          <a:pt x="1011757" y="343703"/>
                          <a:pt x="837670" y="412200"/>
                          <a:pt x="527844" y="481012"/>
                        </a:cubicBezTo>
                        <a:cubicBezTo>
                          <a:pt x="209634" y="490484"/>
                          <a:pt x="7738" y="379303"/>
                          <a:pt x="0" y="24050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83" name="Rectangle 375">
            <a:extLst>
              <a:ext uri="{FF2B5EF4-FFF2-40B4-BE49-F238E27FC236}">
                <a16:creationId xmlns:a16="http://schemas.microsoft.com/office/drawing/2014/main" id="{D0878138-89D4-48A0-B43C-6EE124125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8214" y="4210051"/>
            <a:ext cx="97790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Масштабирование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4" name="Rectangle 376">
            <a:extLst>
              <a:ext uri="{FF2B5EF4-FFF2-40B4-BE49-F238E27FC236}">
                <a16:creationId xmlns:a16="http://schemas.microsoft.com/office/drawing/2014/main" id="{948450A8-737A-4FE9-B56A-4BD7745F7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4601" y="4343401"/>
            <a:ext cx="341313" cy="16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карты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5" name="Freeform 377">
            <a:extLst>
              <a:ext uri="{FF2B5EF4-FFF2-40B4-BE49-F238E27FC236}">
                <a16:creationId xmlns:a16="http://schemas.microsoft.com/office/drawing/2014/main" id="{FE4843E8-F1D4-4B77-A107-6ECC001B33F8}"/>
              </a:ext>
            </a:extLst>
          </p:cNvPr>
          <p:cNvSpPr>
            <a:spLocks noEditPoints="1"/>
          </p:cNvSpPr>
          <p:nvPr/>
        </p:nvSpPr>
        <p:spPr bwMode="auto">
          <a:xfrm>
            <a:off x="9021764" y="3178176"/>
            <a:ext cx="1023938" cy="957262"/>
          </a:xfrm>
          <a:custGeom>
            <a:avLst/>
            <a:gdLst>
              <a:gd name="T0" fmla="*/ 2811 w 2932"/>
              <a:gd name="T1" fmla="*/ 2639 h 2738"/>
              <a:gd name="T2" fmla="*/ 2811 w 2932"/>
              <a:gd name="T3" fmla="*/ 2625 h 2738"/>
              <a:gd name="T4" fmla="*/ 2927 w 2932"/>
              <a:gd name="T5" fmla="*/ 2720 h 2738"/>
              <a:gd name="T6" fmla="*/ 2914 w 2932"/>
              <a:gd name="T7" fmla="*/ 2734 h 2738"/>
              <a:gd name="T8" fmla="*/ 2636 w 2932"/>
              <a:gd name="T9" fmla="*/ 2475 h 2738"/>
              <a:gd name="T10" fmla="*/ 2650 w 2932"/>
              <a:gd name="T11" fmla="*/ 2460 h 2738"/>
              <a:gd name="T12" fmla="*/ 2752 w 2932"/>
              <a:gd name="T13" fmla="*/ 2556 h 2738"/>
              <a:gd name="T14" fmla="*/ 2738 w 2932"/>
              <a:gd name="T15" fmla="*/ 2570 h 2738"/>
              <a:gd name="T16" fmla="*/ 2461 w 2932"/>
              <a:gd name="T17" fmla="*/ 2311 h 2738"/>
              <a:gd name="T18" fmla="*/ 2474 w 2932"/>
              <a:gd name="T19" fmla="*/ 2297 h 2738"/>
              <a:gd name="T20" fmla="*/ 2577 w 2932"/>
              <a:gd name="T21" fmla="*/ 2406 h 2738"/>
              <a:gd name="T22" fmla="*/ 2388 w 2932"/>
              <a:gd name="T23" fmla="*/ 2243 h 2738"/>
              <a:gd name="T24" fmla="*/ 2285 w 2932"/>
              <a:gd name="T25" fmla="*/ 2133 h 2738"/>
              <a:gd name="T26" fmla="*/ 2401 w 2932"/>
              <a:gd name="T27" fmla="*/ 2228 h 2738"/>
              <a:gd name="T28" fmla="*/ 2388 w 2932"/>
              <a:gd name="T29" fmla="*/ 2243 h 2738"/>
              <a:gd name="T30" fmla="*/ 2110 w 2932"/>
              <a:gd name="T31" fmla="*/ 1984 h 2738"/>
              <a:gd name="T32" fmla="*/ 2123 w 2932"/>
              <a:gd name="T33" fmla="*/ 1969 h 2738"/>
              <a:gd name="T34" fmla="*/ 2226 w 2932"/>
              <a:gd name="T35" fmla="*/ 2079 h 2738"/>
              <a:gd name="T36" fmla="*/ 2037 w 2932"/>
              <a:gd name="T37" fmla="*/ 1915 h 2738"/>
              <a:gd name="T38" fmla="*/ 1934 w 2932"/>
              <a:gd name="T39" fmla="*/ 1806 h 2738"/>
              <a:gd name="T40" fmla="*/ 2050 w 2932"/>
              <a:gd name="T41" fmla="*/ 1901 h 2738"/>
              <a:gd name="T42" fmla="*/ 2037 w 2932"/>
              <a:gd name="T43" fmla="*/ 1915 h 2738"/>
              <a:gd name="T44" fmla="*/ 1759 w 2932"/>
              <a:gd name="T45" fmla="*/ 1656 h 2738"/>
              <a:gd name="T46" fmla="*/ 1773 w 2932"/>
              <a:gd name="T47" fmla="*/ 1641 h 2738"/>
              <a:gd name="T48" fmla="*/ 1875 w 2932"/>
              <a:gd name="T49" fmla="*/ 1751 h 2738"/>
              <a:gd name="T50" fmla="*/ 1686 w 2932"/>
              <a:gd name="T51" fmla="*/ 1588 h 2738"/>
              <a:gd name="T52" fmla="*/ 1583 w 2932"/>
              <a:gd name="T53" fmla="*/ 1478 h 2738"/>
              <a:gd name="T54" fmla="*/ 1699 w 2932"/>
              <a:gd name="T55" fmla="*/ 1573 h 2738"/>
              <a:gd name="T56" fmla="*/ 1686 w 2932"/>
              <a:gd name="T57" fmla="*/ 1588 h 2738"/>
              <a:gd name="T58" fmla="*/ 1408 w 2932"/>
              <a:gd name="T59" fmla="*/ 1329 h 2738"/>
              <a:gd name="T60" fmla="*/ 1422 w 2932"/>
              <a:gd name="T61" fmla="*/ 1314 h 2738"/>
              <a:gd name="T62" fmla="*/ 1524 w 2932"/>
              <a:gd name="T63" fmla="*/ 1424 h 2738"/>
              <a:gd name="T64" fmla="*/ 1335 w 2932"/>
              <a:gd name="T65" fmla="*/ 1260 h 2738"/>
              <a:gd name="T66" fmla="*/ 1232 w 2932"/>
              <a:gd name="T67" fmla="*/ 1151 h 2738"/>
              <a:gd name="T68" fmla="*/ 1349 w 2932"/>
              <a:gd name="T69" fmla="*/ 1246 h 2738"/>
              <a:gd name="T70" fmla="*/ 1335 w 2932"/>
              <a:gd name="T71" fmla="*/ 1260 h 2738"/>
              <a:gd name="T72" fmla="*/ 1057 w 2932"/>
              <a:gd name="T73" fmla="*/ 1001 h 2738"/>
              <a:gd name="T74" fmla="*/ 1071 w 2932"/>
              <a:gd name="T75" fmla="*/ 986 h 2738"/>
              <a:gd name="T76" fmla="*/ 1174 w 2932"/>
              <a:gd name="T77" fmla="*/ 1096 h 2738"/>
              <a:gd name="T78" fmla="*/ 984 w 2932"/>
              <a:gd name="T79" fmla="*/ 933 h 2738"/>
              <a:gd name="T80" fmla="*/ 881 w 2932"/>
              <a:gd name="T81" fmla="*/ 823 h 2738"/>
              <a:gd name="T82" fmla="*/ 998 w 2932"/>
              <a:gd name="T83" fmla="*/ 918 h 2738"/>
              <a:gd name="T84" fmla="*/ 984 w 2932"/>
              <a:gd name="T85" fmla="*/ 933 h 2738"/>
              <a:gd name="T86" fmla="*/ 706 w 2932"/>
              <a:gd name="T87" fmla="*/ 673 h 2738"/>
              <a:gd name="T88" fmla="*/ 720 w 2932"/>
              <a:gd name="T89" fmla="*/ 659 h 2738"/>
              <a:gd name="T90" fmla="*/ 823 w 2932"/>
              <a:gd name="T91" fmla="*/ 768 h 2738"/>
              <a:gd name="T92" fmla="*/ 633 w 2932"/>
              <a:gd name="T93" fmla="*/ 605 h 2738"/>
              <a:gd name="T94" fmla="*/ 530 w 2932"/>
              <a:gd name="T95" fmla="*/ 496 h 2738"/>
              <a:gd name="T96" fmla="*/ 647 w 2932"/>
              <a:gd name="T97" fmla="*/ 591 h 2738"/>
              <a:gd name="T98" fmla="*/ 633 w 2932"/>
              <a:gd name="T99" fmla="*/ 605 h 2738"/>
              <a:gd name="T100" fmla="*/ 355 w 2932"/>
              <a:gd name="T101" fmla="*/ 346 h 2738"/>
              <a:gd name="T102" fmla="*/ 369 w 2932"/>
              <a:gd name="T103" fmla="*/ 331 h 2738"/>
              <a:gd name="T104" fmla="*/ 472 w 2932"/>
              <a:gd name="T105" fmla="*/ 441 h 2738"/>
              <a:gd name="T106" fmla="*/ 282 w 2932"/>
              <a:gd name="T107" fmla="*/ 278 h 2738"/>
              <a:gd name="T108" fmla="*/ 179 w 2932"/>
              <a:gd name="T109" fmla="*/ 168 h 2738"/>
              <a:gd name="T110" fmla="*/ 296 w 2932"/>
              <a:gd name="T111" fmla="*/ 263 h 2738"/>
              <a:gd name="T112" fmla="*/ 282 w 2932"/>
              <a:gd name="T113" fmla="*/ 278 h 2738"/>
              <a:gd name="T114" fmla="*/ 4 w 2932"/>
              <a:gd name="T115" fmla="*/ 18 h 2738"/>
              <a:gd name="T116" fmla="*/ 18 w 2932"/>
              <a:gd name="T117" fmla="*/ 4 h 2738"/>
              <a:gd name="T118" fmla="*/ 121 w 2932"/>
              <a:gd name="T119" fmla="*/ 113 h 27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932" h="2738">
                <a:moveTo>
                  <a:pt x="2914" y="2734"/>
                </a:moveTo>
                <a:lnTo>
                  <a:pt x="2811" y="2639"/>
                </a:lnTo>
                <a:lnTo>
                  <a:pt x="2811" y="2639"/>
                </a:lnTo>
                <a:cubicBezTo>
                  <a:pt x="2807" y="2635"/>
                  <a:pt x="2807" y="2629"/>
                  <a:pt x="2811" y="2625"/>
                </a:cubicBezTo>
                <a:cubicBezTo>
                  <a:pt x="2815" y="2621"/>
                  <a:pt x="2821" y="2620"/>
                  <a:pt x="2825" y="2624"/>
                </a:cubicBezTo>
                <a:lnTo>
                  <a:pt x="2927" y="2720"/>
                </a:lnTo>
                <a:cubicBezTo>
                  <a:pt x="2932" y="2723"/>
                  <a:pt x="2932" y="2730"/>
                  <a:pt x="2928" y="2734"/>
                </a:cubicBezTo>
                <a:cubicBezTo>
                  <a:pt x="2924" y="2738"/>
                  <a:pt x="2918" y="2738"/>
                  <a:pt x="2914" y="2734"/>
                </a:cubicBezTo>
                <a:close/>
                <a:moveTo>
                  <a:pt x="2738" y="2570"/>
                </a:moveTo>
                <a:lnTo>
                  <a:pt x="2636" y="2475"/>
                </a:lnTo>
                <a:cubicBezTo>
                  <a:pt x="2632" y="2471"/>
                  <a:pt x="2632" y="2465"/>
                  <a:pt x="2636" y="2461"/>
                </a:cubicBezTo>
                <a:cubicBezTo>
                  <a:pt x="2639" y="2457"/>
                  <a:pt x="2646" y="2457"/>
                  <a:pt x="2650" y="2460"/>
                </a:cubicBezTo>
                <a:lnTo>
                  <a:pt x="2752" y="2556"/>
                </a:lnTo>
                <a:lnTo>
                  <a:pt x="2752" y="2556"/>
                </a:lnTo>
                <a:cubicBezTo>
                  <a:pt x="2756" y="2560"/>
                  <a:pt x="2756" y="2566"/>
                  <a:pt x="2753" y="2570"/>
                </a:cubicBezTo>
                <a:cubicBezTo>
                  <a:pt x="2749" y="2574"/>
                  <a:pt x="2742" y="2574"/>
                  <a:pt x="2738" y="2570"/>
                </a:cubicBezTo>
                <a:close/>
                <a:moveTo>
                  <a:pt x="2563" y="2407"/>
                </a:moveTo>
                <a:lnTo>
                  <a:pt x="2461" y="2311"/>
                </a:lnTo>
                <a:cubicBezTo>
                  <a:pt x="2457" y="2307"/>
                  <a:pt x="2456" y="2301"/>
                  <a:pt x="2460" y="2297"/>
                </a:cubicBezTo>
                <a:cubicBezTo>
                  <a:pt x="2464" y="2293"/>
                  <a:pt x="2470" y="2293"/>
                  <a:pt x="2474" y="2297"/>
                </a:cubicBezTo>
                <a:lnTo>
                  <a:pt x="2577" y="2392"/>
                </a:lnTo>
                <a:cubicBezTo>
                  <a:pt x="2581" y="2396"/>
                  <a:pt x="2581" y="2402"/>
                  <a:pt x="2577" y="2406"/>
                </a:cubicBezTo>
                <a:cubicBezTo>
                  <a:pt x="2573" y="2410"/>
                  <a:pt x="2567" y="2410"/>
                  <a:pt x="2563" y="2407"/>
                </a:cubicBezTo>
                <a:close/>
                <a:moveTo>
                  <a:pt x="2388" y="2243"/>
                </a:moveTo>
                <a:lnTo>
                  <a:pt x="2285" y="2147"/>
                </a:lnTo>
                <a:cubicBezTo>
                  <a:pt x="2281" y="2144"/>
                  <a:pt x="2281" y="2137"/>
                  <a:pt x="2285" y="2133"/>
                </a:cubicBezTo>
                <a:cubicBezTo>
                  <a:pt x="2288" y="2129"/>
                  <a:pt x="2295" y="2129"/>
                  <a:pt x="2299" y="2133"/>
                </a:cubicBezTo>
                <a:lnTo>
                  <a:pt x="2401" y="2228"/>
                </a:lnTo>
                <a:cubicBezTo>
                  <a:pt x="2405" y="2232"/>
                  <a:pt x="2405" y="2238"/>
                  <a:pt x="2402" y="2242"/>
                </a:cubicBezTo>
                <a:cubicBezTo>
                  <a:pt x="2398" y="2246"/>
                  <a:pt x="2392" y="2247"/>
                  <a:pt x="2388" y="2243"/>
                </a:cubicBezTo>
                <a:close/>
                <a:moveTo>
                  <a:pt x="2212" y="2079"/>
                </a:moveTo>
                <a:lnTo>
                  <a:pt x="2110" y="1984"/>
                </a:lnTo>
                <a:cubicBezTo>
                  <a:pt x="2106" y="1980"/>
                  <a:pt x="2105" y="1974"/>
                  <a:pt x="2109" y="1969"/>
                </a:cubicBezTo>
                <a:cubicBezTo>
                  <a:pt x="2113" y="1965"/>
                  <a:pt x="2119" y="1965"/>
                  <a:pt x="2123" y="1969"/>
                </a:cubicBezTo>
                <a:lnTo>
                  <a:pt x="2226" y="2065"/>
                </a:lnTo>
                <a:cubicBezTo>
                  <a:pt x="2230" y="2068"/>
                  <a:pt x="2230" y="2075"/>
                  <a:pt x="2226" y="2079"/>
                </a:cubicBezTo>
                <a:cubicBezTo>
                  <a:pt x="2222" y="2083"/>
                  <a:pt x="2216" y="2083"/>
                  <a:pt x="2212" y="2079"/>
                </a:cubicBezTo>
                <a:close/>
                <a:moveTo>
                  <a:pt x="2037" y="1915"/>
                </a:moveTo>
                <a:lnTo>
                  <a:pt x="1934" y="1820"/>
                </a:lnTo>
                <a:cubicBezTo>
                  <a:pt x="1930" y="1816"/>
                  <a:pt x="1930" y="1810"/>
                  <a:pt x="1934" y="1806"/>
                </a:cubicBezTo>
                <a:cubicBezTo>
                  <a:pt x="1938" y="1802"/>
                  <a:pt x="1944" y="1801"/>
                  <a:pt x="1948" y="1805"/>
                </a:cubicBezTo>
                <a:lnTo>
                  <a:pt x="2050" y="1901"/>
                </a:lnTo>
                <a:cubicBezTo>
                  <a:pt x="2054" y="1905"/>
                  <a:pt x="2055" y="1911"/>
                  <a:pt x="2051" y="1915"/>
                </a:cubicBezTo>
                <a:cubicBezTo>
                  <a:pt x="2047" y="1919"/>
                  <a:pt x="2041" y="1919"/>
                  <a:pt x="2037" y="1915"/>
                </a:cubicBezTo>
                <a:close/>
                <a:moveTo>
                  <a:pt x="1861" y="1752"/>
                </a:moveTo>
                <a:lnTo>
                  <a:pt x="1759" y="1656"/>
                </a:lnTo>
                <a:cubicBezTo>
                  <a:pt x="1755" y="1652"/>
                  <a:pt x="1755" y="1646"/>
                  <a:pt x="1758" y="1642"/>
                </a:cubicBezTo>
                <a:cubicBezTo>
                  <a:pt x="1762" y="1638"/>
                  <a:pt x="1768" y="1638"/>
                  <a:pt x="1773" y="1641"/>
                </a:cubicBezTo>
                <a:lnTo>
                  <a:pt x="1875" y="1737"/>
                </a:lnTo>
                <a:cubicBezTo>
                  <a:pt x="1879" y="1741"/>
                  <a:pt x="1879" y="1747"/>
                  <a:pt x="1875" y="1751"/>
                </a:cubicBezTo>
                <a:cubicBezTo>
                  <a:pt x="1872" y="1755"/>
                  <a:pt x="1865" y="1755"/>
                  <a:pt x="1861" y="1752"/>
                </a:cubicBezTo>
                <a:close/>
                <a:moveTo>
                  <a:pt x="1686" y="1588"/>
                </a:moveTo>
                <a:lnTo>
                  <a:pt x="1583" y="1492"/>
                </a:lnTo>
                <a:cubicBezTo>
                  <a:pt x="1579" y="1489"/>
                  <a:pt x="1579" y="1482"/>
                  <a:pt x="1583" y="1478"/>
                </a:cubicBezTo>
                <a:cubicBezTo>
                  <a:pt x="1587" y="1474"/>
                  <a:pt x="1593" y="1474"/>
                  <a:pt x="1597" y="1478"/>
                </a:cubicBezTo>
                <a:lnTo>
                  <a:pt x="1699" y="1573"/>
                </a:lnTo>
                <a:cubicBezTo>
                  <a:pt x="1703" y="1577"/>
                  <a:pt x="1704" y="1583"/>
                  <a:pt x="1700" y="1587"/>
                </a:cubicBezTo>
                <a:cubicBezTo>
                  <a:pt x="1696" y="1591"/>
                  <a:pt x="1690" y="1592"/>
                  <a:pt x="1686" y="1588"/>
                </a:cubicBezTo>
                <a:close/>
                <a:moveTo>
                  <a:pt x="1510" y="1424"/>
                </a:moveTo>
                <a:lnTo>
                  <a:pt x="1408" y="1329"/>
                </a:lnTo>
                <a:cubicBezTo>
                  <a:pt x="1404" y="1325"/>
                  <a:pt x="1404" y="1318"/>
                  <a:pt x="1407" y="1314"/>
                </a:cubicBezTo>
                <a:cubicBezTo>
                  <a:pt x="1411" y="1310"/>
                  <a:pt x="1418" y="1310"/>
                  <a:pt x="1422" y="1314"/>
                </a:cubicBezTo>
                <a:lnTo>
                  <a:pt x="1524" y="1409"/>
                </a:lnTo>
                <a:cubicBezTo>
                  <a:pt x="1528" y="1413"/>
                  <a:pt x="1528" y="1420"/>
                  <a:pt x="1524" y="1424"/>
                </a:cubicBezTo>
                <a:cubicBezTo>
                  <a:pt x="1521" y="1428"/>
                  <a:pt x="1514" y="1428"/>
                  <a:pt x="1510" y="1424"/>
                </a:cubicBezTo>
                <a:close/>
                <a:moveTo>
                  <a:pt x="1335" y="1260"/>
                </a:moveTo>
                <a:lnTo>
                  <a:pt x="1233" y="1165"/>
                </a:lnTo>
                <a:cubicBezTo>
                  <a:pt x="1229" y="1161"/>
                  <a:pt x="1228" y="1155"/>
                  <a:pt x="1232" y="1151"/>
                </a:cubicBezTo>
                <a:cubicBezTo>
                  <a:pt x="1236" y="1147"/>
                  <a:pt x="1242" y="1146"/>
                  <a:pt x="1246" y="1150"/>
                </a:cubicBezTo>
                <a:lnTo>
                  <a:pt x="1349" y="1246"/>
                </a:lnTo>
                <a:cubicBezTo>
                  <a:pt x="1353" y="1249"/>
                  <a:pt x="1353" y="1256"/>
                  <a:pt x="1349" y="1260"/>
                </a:cubicBezTo>
                <a:cubicBezTo>
                  <a:pt x="1345" y="1264"/>
                  <a:pt x="1339" y="1264"/>
                  <a:pt x="1335" y="1260"/>
                </a:cubicBezTo>
                <a:close/>
                <a:moveTo>
                  <a:pt x="1159" y="1097"/>
                </a:moveTo>
                <a:lnTo>
                  <a:pt x="1057" y="1001"/>
                </a:lnTo>
                <a:cubicBezTo>
                  <a:pt x="1053" y="997"/>
                  <a:pt x="1053" y="991"/>
                  <a:pt x="1057" y="987"/>
                </a:cubicBezTo>
                <a:cubicBezTo>
                  <a:pt x="1060" y="983"/>
                  <a:pt x="1067" y="983"/>
                  <a:pt x="1071" y="986"/>
                </a:cubicBezTo>
                <a:lnTo>
                  <a:pt x="1173" y="1082"/>
                </a:lnTo>
                <a:cubicBezTo>
                  <a:pt x="1177" y="1086"/>
                  <a:pt x="1177" y="1092"/>
                  <a:pt x="1174" y="1096"/>
                </a:cubicBezTo>
                <a:cubicBezTo>
                  <a:pt x="1170" y="1100"/>
                  <a:pt x="1163" y="1100"/>
                  <a:pt x="1159" y="1097"/>
                </a:cubicBezTo>
                <a:close/>
                <a:moveTo>
                  <a:pt x="984" y="933"/>
                </a:moveTo>
                <a:lnTo>
                  <a:pt x="882" y="837"/>
                </a:lnTo>
                <a:cubicBezTo>
                  <a:pt x="878" y="833"/>
                  <a:pt x="877" y="827"/>
                  <a:pt x="881" y="823"/>
                </a:cubicBezTo>
                <a:cubicBezTo>
                  <a:pt x="885" y="819"/>
                  <a:pt x="891" y="819"/>
                  <a:pt x="895" y="823"/>
                </a:cubicBezTo>
                <a:lnTo>
                  <a:pt x="998" y="918"/>
                </a:lnTo>
                <a:cubicBezTo>
                  <a:pt x="1002" y="922"/>
                  <a:pt x="1002" y="928"/>
                  <a:pt x="998" y="932"/>
                </a:cubicBezTo>
                <a:cubicBezTo>
                  <a:pt x="994" y="936"/>
                  <a:pt x="988" y="937"/>
                  <a:pt x="984" y="933"/>
                </a:cubicBezTo>
                <a:close/>
                <a:moveTo>
                  <a:pt x="809" y="769"/>
                </a:moveTo>
                <a:lnTo>
                  <a:pt x="706" y="673"/>
                </a:lnTo>
                <a:cubicBezTo>
                  <a:pt x="702" y="670"/>
                  <a:pt x="702" y="663"/>
                  <a:pt x="706" y="659"/>
                </a:cubicBezTo>
                <a:cubicBezTo>
                  <a:pt x="710" y="655"/>
                  <a:pt x="716" y="655"/>
                  <a:pt x="720" y="659"/>
                </a:cubicBezTo>
                <a:lnTo>
                  <a:pt x="822" y="754"/>
                </a:lnTo>
                <a:cubicBezTo>
                  <a:pt x="826" y="758"/>
                  <a:pt x="826" y="764"/>
                  <a:pt x="823" y="768"/>
                </a:cubicBezTo>
                <a:cubicBezTo>
                  <a:pt x="819" y="773"/>
                  <a:pt x="813" y="773"/>
                  <a:pt x="809" y="769"/>
                </a:cubicBezTo>
                <a:close/>
                <a:moveTo>
                  <a:pt x="633" y="605"/>
                </a:moveTo>
                <a:lnTo>
                  <a:pt x="531" y="510"/>
                </a:lnTo>
                <a:cubicBezTo>
                  <a:pt x="527" y="506"/>
                  <a:pt x="527" y="500"/>
                  <a:pt x="530" y="496"/>
                </a:cubicBezTo>
                <a:cubicBezTo>
                  <a:pt x="534" y="491"/>
                  <a:pt x="540" y="491"/>
                  <a:pt x="544" y="495"/>
                </a:cubicBezTo>
                <a:lnTo>
                  <a:pt x="647" y="591"/>
                </a:lnTo>
                <a:cubicBezTo>
                  <a:pt x="651" y="594"/>
                  <a:pt x="651" y="601"/>
                  <a:pt x="647" y="605"/>
                </a:cubicBezTo>
                <a:cubicBezTo>
                  <a:pt x="643" y="609"/>
                  <a:pt x="637" y="609"/>
                  <a:pt x="633" y="605"/>
                </a:cubicBezTo>
                <a:close/>
                <a:moveTo>
                  <a:pt x="458" y="441"/>
                </a:moveTo>
                <a:lnTo>
                  <a:pt x="355" y="346"/>
                </a:lnTo>
                <a:cubicBezTo>
                  <a:pt x="351" y="342"/>
                  <a:pt x="351" y="336"/>
                  <a:pt x="355" y="332"/>
                </a:cubicBezTo>
                <a:cubicBezTo>
                  <a:pt x="359" y="328"/>
                  <a:pt x="365" y="328"/>
                  <a:pt x="369" y="331"/>
                </a:cubicBezTo>
                <a:lnTo>
                  <a:pt x="471" y="427"/>
                </a:lnTo>
                <a:cubicBezTo>
                  <a:pt x="475" y="431"/>
                  <a:pt x="476" y="437"/>
                  <a:pt x="472" y="441"/>
                </a:cubicBezTo>
                <a:cubicBezTo>
                  <a:pt x="468" y="445"/>
                  <a:pt x="462" y="445"/>
                  <a:pt x="458" y="441"/>
                </a:cubicBezTo>
                <a:close/>
                <a:moveTo>
                  <a:pt x="282" y="278"/>
                </a:moveTo>
                <a:lnTo>
                  <a:pt x="180" y="182"/>
                </a:lnTo>
                <a:cubicBezTo>
                  <a:pt x="176" y="178"/>
                  <a:pt x="176" y="172"/>
                  <a:pt x="179" y="168"/>
                </a:cubicBezTo>
                <a:cubicBezTo>
                  <a:pt x="183" y="164"/>
                  <a:pt x="190" y="164"/>
                  <a:pt x="194" y="168"/>
                </a:cubicBezTo>
                <a:lnTo>
                  <a:pt x="296" y="263"/>
                </a:lnTo>
                <a:cubicBezTo>
                  <a:pt x="300" y="267"/>
                  <a:pt x="300" y="273"/>
                  <a:pt x="296" y="277"/>
                </a:cubicBezTo>
                <a:cubicBezTo>
                  <a:pt x="293" y="281"/>
                  <a:pt x="286" y="281"/>
                  <a:pt x="282" y="278"/>
                </a:cubicBezTo>
                <a:close/>
                <a:moveTo>
                  <a:pt x="107" y="114"/>
                </a:moveTo>
                <a:lnTo>
                  <a:pt x="4" y="18"/>
                </a:lnTo>
                <a:cubicBezTo>
                  <a:pt x="0" y="15"/>
                  <a:pt x="0" y="8"/>
                  <a:pt x="4" y="4"/>
                </a:cubicBezTo>
                <a:cubicBezTo>
                  <a:pt x="8" y="0"/>
                  <a:pt x="14" y="0"/>
                  <a:pt x="18" y="4"/>
                </a:cubicBezTo>
                <a:lnTo>
                  <a:pt x="120" y="99"/>
                </a:lnTo>
                <a:cubicBezTo>
                  <a:pt x="124" y="103"/>
                  <a:pt x="125" y="109"/>
                  <a:pt x="121" y="113"/>
                </a:cubicBezTo>
                <a:cubicBezTo>
                  <a:pt x="117" y="117"/>
                  <a:pt x="111" y="118"/>
                  <a:pt x="107" y="114"/>
                </a:cubicBezTo>
                <a:close/>
              </a:path>
            </a:pathLst>
          </a:custGeom>
          <a:solidFill>
            <a:schemeClr val="bg1"/>
          </a:solidFill>
          <a:ln w="9525" cap="flat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86" name="Freeform 378">
            <a:extLst>
              <a:ext uri="{FF2B5EF4-FFF2-40B4-BE49-F238E27FC236}">
                <a16:creationId xmlns:a16="http://schemas.microsoft.com/office/drawing/2014/main" id="{0A1A263D-7491-4B7B-83C7-E00607BC47FD}"/>
              </a:ext>
            </a:extLst>
          </p:cNvPr>
          <p:cNvSpPr>
            <a:spLocks/>
          </p:cNvSpPr>
          <p:nvPr/>
        </p:nvSpPr>
        <p:spPr bwMode="auto">
          <a:xfrm>
            <a:off x="9002714" y="3160713"/>
            <a:ext cx="44450" cy="44450"/>
          </a:xfrm>
          <a:custGeom>
            <a:avLst/>
            <a:gdLst>
              <a:gd name="T0" fmla="*/ 28 w 28"/>
              <a:gd name="T1" fmla="*/ 0 h 28"/>
              <a:gd name="T2" fmla="*/ 0 w 28"/>
              <a:gd name="T3" fmla="*/ 1 h 28"/>
              <a:gd name="T4" fmla="*/ 1 w 28"/>
              <a:gd name="T5" fmla="*/ 28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" h="28">
                <a:moveTo>
                  <a:pt x="28" y="0"/>
                </a:moveTo>
                <a:lnTo>
                  <a:pt x="0" y="1"/>
                </a:lnTo>
                <a:lnTo>
                  <a:pt x="1" y="28"/>
                </a:lnTo>
              </a:path>
            </a:pathLst>
          </a:cu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89" name="Oval 381">
            <a:extLst>
              <a:ext uri="{FF2B5EF4-FFF2-40B4-BE49-F238E27FC236}">
                <a16:creationId xmlns:a16="http://schemas.microsoft.com/office/drawing/2014/main" id="{51EA5943-CAF9-4C92-8CFC-7732DE724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4" y="5854701"/>
            <a:ext cx="1092200" cy="481012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372931327">
                  <a:custGeom>
                    <a:avLst/>
                    <a:gdLst>
                      <a:gd name="connsiteX0" fmla="*/ 0 w 1092200"/>
                      <a:gd name="connsiteY0" fmla="*/ 240506 h 481012"/>
                      <a:gd name="connsiteX1" fmla="*/ 546100 w 1092200"/>
                      <a:gd name="connsiteY1" fmla="*/ 0 h 481012"/>
                      <a:gd name="connsiteX2" fmla="*/ 1092200 w 1092200"/>
                      <a:gd name="connsiteY2" fmla="*/ 240506 h 481012"/>
                      <a:gd name="connsiteX3" fmla="*/ 546100 w 1092200"/>
                      <a:gd name="connsiteY3" fmla="*/ 481012 h 481012"/>
                      <a:gd name="connsiteX4" fmla="*/ 0 w 1092200"/>
                      <a:gd name="connsiteY4" fmla="*/ 240506 h 4810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92200" h="481012" fill="none" extrusionOk="0">
                        <a:moveTo>
                          <a:pt x="0" y="240506"/>
                        </a:moveTo>
                        <a:cubicBezTo>
                          <a:pt x="-57473" y="124501"/>
                          <a:pt x="277610" y="-25669"/>
                          <a:pt x="546100" y="0"/>
                        </a:cubicBezTo>
                        <a:cubicBezTo>
                          <a:pt x="819508" y="25065"/>
                          <a:pt x="1099259" y="68800"/>
                          <a:pt x="1092200" y="240506"/>
                        </a:cubicBezTo>
                        <a:cubicBezTo>
                          <a:pt x="1105601" y="406078"/>
                          <a:pt x="831157" y="477169"/>
                          <a:pt x="546100" y="481012"/>
                        </a:cubicBezTo>
                        <a:cubicBezTo>
                          <a:pt x="237804" y="479171"/>
                          <a:pt x="35421" y="390261"/>
                          <a:pt x="0" y="240506"/>
                        </a:cubicBezTo>
                        <a:close/>
                      </a:path>
                      <a:path w="1092200" h="481012" stroke="0" extrusionOk="0">
                        <a:moveTo>
                          <a:pt x="0" y="240506"/>
                        </a:moveTo>
                        <a:cubicBezTo>
                          <a:pt x="7715" y="107640"/>
                          <a:pt x="196750" y="-48413"/>
                          <a:pt x="546100" y="0"/>
                        </a:cubicBezTo>
                        <a:cubicBezTo>
                          <a:pt x="835796" y="1237"/>
                          <a:pt x="1092802" y="104628"/>
                          <a:pt x="1092200" y="240506"/>
                        </a:cubicBezTo>
                        <a:cubicBezTo>
                          <a:pt x="1081793" y="319865"/>
                          <a:pt x="823259" y="464599"/>
                          <a:pt x="546100" y="481012"/>
                        </a:cubicBezTo>
                        <a:cubicBezTo>
                          <a:pt x="255899" y="446236"/>
                          <a:pt x="-16674" y="341495"/>
                          <a:pt x="0" y="24050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91" name="Rectangle 383">
            <a:extLst>
              <a:ext uri="{FF2B5EF4-FFF2-40B4-BE49-F238E27FC236}">
                <a16:creationId xmlns:a16="http://schemas.microsoft.com/office/drawing/2014/main" id="{7D4034A0-17B5-43DB-8B05-88A40A588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1" y="6024563"/>
            <a:ext cx="10509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Фильтрация отзывов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2" name="Oval 384">
            <a:extLst>
              <a:ext uri="{FF2B5EF4-FFF2-40B4-BE49-F238E27FC236}">
                <a16:creationId xmlns:a16="http://schemas.microsoft.com/office/drawing/2014/main" id="{BB2DB8E1-C7F8-45A3-966C-B45BF03F2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239" y="6040438"/>
            <a:ext cx="1055688" cy="479425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1058760152">
                  <a:custGeom>
                    <a:avLst/>
                    <a:gdLst>
                      <a:gd name="connsiteX0" fmla="*/ 0 w 1055688"/>
                      <a:gd name="connsiteY0" fmla="*/ 239713 h 479425"/>
                      <a:gd name="connsiteX1" fmla="*/ 527844 w 1055688"/>
                      <a:gd name="connsiteY1" fmla="*/ 0 h 479425"/>
                      <a:gd name="connsiteX2" fmla="*/ 1055688 w 1055688"/>
                      <a:gd name="connsiteY2" fmla="*/ 239713 h 479425"/>
                      <a:gd name="connsiteX3" fmla="*/ 527844 w 1055688"/>
                      <a:gd name="connsiteY3" fmla="*/ 479426 h 479425"/>
                      <a:gd name="connsiteX4" fmla="*/ 0 w 1055688"/>
                      <a:gd name="connsiteY4" fmla="*/ 239713 h 4794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5688" h="479425" fill="none" extrusionOk="0">
                        <a:moveTo>
                          <a:pt x="0" y="239713"/>
                        </a:moveTo>
                        <a:cubicBezTo>
                          <a:pt x="-67301" y="129159"/>
                          <a:pt x="224309" y="14056"/>
                          <a:pt x="527844" y="0"/>
                        </a:cubicBezTo>
                        <a:cubicBezTo>
                          <a:pt x="820111" y="32904"/>
                          <a:pt x="1050752" y="70596"/>
                          <a:pt x="1055688" y="239713"/>
                        </a:cubicBezTo>
                        <a:cubicBezTo>
                          <a:pt x="1024073" y="356386"/>
                          <a:pt x="806482" y="471720"/>
                          <a:pt x="527844" y="479426"/>
                        </a:cubicBezTo>
                        <a:cubicBezTo>
                          <a:pt x="216297" y="486995"/>
                          <a:pt x="-7527" y="396602"/>
                          <a:pt x="0" y="239713"/>
                        </a:cubicBezTo>
                        <a:close/>
                      </a:path>
                      <a:path w="1055688" h="479425" stroke="0" extrusionOk="0">
                        <a:moveTo>
                          <a:pt x="0" y="239713"/>
                        </a:moveTo>
                        <a:cubicBezTo>
                          <a:pt x="11189" y="148771"/>
                          <a:pt x="289672" y="-9059"/>
                          <a:pt x="527844" y="0"/>
                        </a:cubicBezTo>
                        <a:cubicBezTo>
                          <a:pt x="782972" y="-1073"/>
                          <a:pt x="1063928" y="110304"/>
                          <a:pt x="1055688" y="239713"/>
                        </a:cubicBezTo>
                        <a:cubicBezTo>
                          <a:pt x="1072976" y="377050"/>
                          <a:pt x="852692" y="522861"/>
                          <a:pt x="527844" y="479426"/>
                        </a:cubicBezTo>
                        <a:cubicBezTo>
                          <a:pt x="217731" y="501450"/>
                          <a:pt x="-15104" y="404724"/>
                          <a:pt x="0" y="23971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94" name="Rectangle 386">
            <a:extLst>
              <a:ext uri="{FF2B5EF4-FFF2-40B4-BE49-F238E27FC236}">
                <a16:creationId xmlns:a16="http://schemas.microsoft.com/office/drawing/2014/main" id="{DD76C930-A4D6-48AE-9F00-3FCAF8BDB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26" y="6210301"/>
            <a:ext cx="760413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Поиск отзывов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5" name="Oval 387">
            <a:extLst>
              <a:ext uri="{FF2B5EF4-FFF2-40B4-BE49-F238E27FC236}">
                <a16:creationId xmlns:a16="http://schemas.microsoft.com/office/drawing/2014/main" id="{3C284D07-5588-4DB6-A996-586340733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264" y="5380038"/>
            <a:ext cx="1073150" cy="479425"/>
          </a:xfrm>
          <a:prstGeom prst="ellipse">
            <a:avLst/>
          </a:prstGeom>
          <a:solidFill>
            <a:schemeClr val="bg1"/>
          </a:solidFill>
          <a:ln w="28575">
            <a:solidFill>
              <a:srgbClr val="10B981"/>
            </a:solidFill>
            <a:prstDash val="solid"/>
            <a:round/>
            <a:headEnd/>
            <a:tailEnd/>
            <a:extLst>
              <a:ext uri="{C807C97D-BFC1-408E-A445-0C87EB9F89A2}">
                <ask:lineSketchStyleProps xmlns:ask="http://schemas.microsoft.com/office/drawing/2018/sketchyshapes" sd="4275598221">
                  <a:custGeom>
                    <a:avLst/>
                    <a:gdLst>
                      <a:gd name="connsiteX0" fmla="*/ 0 w 1073150"/>
                      <a:gd name="connsiteY0" fmla="*/ 239713 h 479425"/>
                      <a:gd name="connsiteX1" fmla="*/ 536575 w 1073150"/>
                      <a:gd name="connsiteY1" fmla="*/ 0 h 479425"/>
                      <a:gd name="connsiteX2" fmla="*/ 1073150 w 1073150"/>
                      <a:gd name="connsiteY2" fmla="*/ 239713 h 479425"/>
                      <a:gd name="connsiteX3" fmla="*/ 536575 w 1073150"/>
                      <a:gd name="connsiteY3" fmla="*/ 479426 h 479425"/>
                      <a:gd name="connsiteX4" fmla="*/ 0 w 1073150"/>
                      <a:gd name="connsiteY4" fmla="*/ 239713 h 4794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73150" h="479425" fill="none" extrusionOk="0">
                        <a:moveTo>
                          <a:pt x="0" y="239713"/>
                        </a:moveTo>
                        <a:cubicBezTo>
                          <a:pt x="951" y="82515"/>
                          <a:pt x="221189" y="-23441"/>
                          <a:pt x="536575" y="0"/>
                        </a:cubicBezTo>
                        <a:cubicBezTo>
                          <a:pt x="835312" y="5969"/>
                          <a:pt x="1103167" y="93766"/>
                          <a:pt x="1073150" y="239713"/>
                        </a:cubicBezTo>
                        <a:cubicBezTo>
                          <a:pt x="1125541" y="334324"/>
                          <a:pt x="821875" y="469832"/>
                          <a:pt x="536575" y="479426"/>
                        </a:cubicBezTo>
                        <a:cubicBezTo>
                          <a:pt x="237185" y="481388"/>
                          <a:pt x="-8058" y="368214"/>
                          <a:pt x="0" y="239713"/>
                        </a:cubicBezTo>
                        <a:close/>
                      </a:path>
                      <a:path w="1073150" h="479425" stroke="0" extrusionOk="0">
                        <a:moveTo>
                          <a:pt x="0" y="239713"/>
                        </a:moveTo>
                        <a:cubicBezTo>
                          <a:pt x="14882" y="76524"/>
                          <a:pt x="252389" y="42637"/>
                          <a:pt x="536575" y="0"/>
                        </a:cubicBezTo>
                        <a:cubicBezTo>
                          <a:pt x="847810" y="-1109"/>
                          <a:pt x="1102271" y="131952"/>
                          <a:pt x="1073150" y="239713"/>
                        </a:cubicBezTo>
                        <a:cubicBezTo>
                          <a:pt x="1076412" y="426094"/>
                          <a:pt x="841113" y="477018"/>
                          <a:pt x="536575" y="479426"/>
                        </a:cubicBezTo>
                        <a:cubicBezTo>
                          <a:pt x="245143" y="471638"/>
                          <a:pt x="8350" y="358621"/>
                          <a:pt x="0" y="23971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97" name="Rectangle 389">
            <a:extLst>
              <a:ext uri="{FF2B5EF4-FFF2-40B4-BE49-F238E27FC236}">
                <a16:creationId xmlns:a16="http://schemas.microsoft.com/office/drawing/2014/main" id="{BE84242F-5F9B-41EF-821F-38E89127A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2651" y="5549901"/>
            <a:ext cx="1033463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Сортировка отзывов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8" name="Freeform 390">
            <a:extLst>
              <a:ext uri="{FF2B5EF4-FFF2-40B4-BE49-F238E27FC236}">
                <a16:creationId xmlns:a16="http://schemas.microsoft.com/office/drawing/2014/main" id="{BA9F4CEE-CED7-4C1D-9C80-07AEB67AA858}"/>
              </a:ext>
            </a:extLst>
          </p:cNvPr>
          <p:cNvSpPr>
            <a:spLocks noEditPoints="1"/>
          </p:cNvSpPr>
          <p:nvPr/>
        </p:nvSpPr>
        <p:spPr bwMode="auto">
          <a:xfrm>
            <a:off x="5341939" y="5124451"/>
            <a:ext cx="728663" cy="330200"/>
          </a:xfrm>
          <a:custGeom>
            <a:avLst/>
            <a:gdLst>
              <a:gd name="T0" fmla="*/ 1946 w 2089"/>
              <a:gd name="T1" fmla="*/ 886 h 945"/>
              <a:gd name="T2" fmla="*/ 1954 w 2089"/>
              <a:gd name="T3" fmla="*/ 868 h 945"/>
              <a:gd name="T4" fmla="*/ 2087 w 2089"/>
              <a:gd name="T5" fmla="*/ 938 h 945"/>
              <a:gd name="T6" fmla="*/ 1855 w 2089"/>
              <a:gd name="T7" fmla="*/ 845 h 945"/>
              <a:gd name="T8" fmla="*/ 1722 w 2089"/>
              <a:gd name="T9" fmla="*/ 775 h 945"/>
              <a:gd name="T10" fmla="*/ 1863 w 2089"/>
              <a:gd name="T11" fmla="*/ 827 h 945"/>
              <a:gd name="T12" fmla="*/ 1855 w 2089"/>
              <a:gd name="T13" fmla="*/ 845 h 945"/>
              <a:gd name="T14" fmla="*/ 1508 w 2089"/>
              <a:gd name="T15" fmla="*/ 690 h 945"/>
              <a:gd name="T16" fmla="*/ 1516 w 2089"/>
              <a:gd name="T17" fmla="*/ 672 h 945"/>
              <a:gd name="T18" fmla="*/ 1649 w 2089"/>
              <a:gd name="T19" fmla="*/ 742 h 945"/>
              <a:gd name="T20" fmla="*/ 1416 w 2089"/>
              <a:gd name="T21" fmla="*/ 650 h 945"/>
              <a:gd name="T22" fmla="*/ 1283 w 2089"/>
              <a:gd name="T23" fmla="*/ 579 h 945"/>
              <a:gd name="T24" fmla="*/ 1424 w 2089"/>
              <a:gd name="T25" fmla="*/ 631 h 945"/>
              <a:gd name="T26" fmla="*/ 1416 w 2089"/>
              <a:gd name="T27" fmla="*/ 650 h 945"/>
              <a:gd name="T28" fmla="*/ 1069 w 2089"/>
              <a:gd name="T29" fmla="*/ 495 h 945"/>
              <a:gd name="T30" fmla="*/ 1077 w 2089"/>
              <a:gd name="T31" fmla="*/ 477 h 945"/>
              <a:gd name="T32" fmla="*/ 1210 w 2089"/>
              <a:gd name="T33" fmla="*/ 547 h 945"/>
              <a:gd name="T34" fmla="*/ 978 w 2089"/>
              <a:gd name="T35" fmla="*/ 454 h 945"/>
              <a:gd name="T36" fmla="*/ 845 w 2089"/>
              <a:gd name="T37" fmla="*/ 384 h 945"/>
              <a:gd name="T38" fmla="*/ 986 w 2089"/>
              <a:gd name="T39" fmla="*/ 436 h 945"/>
              <a:gd name="T40" fmla="*/ 978 w 2089"/>
              <a:gd name="T41" fmla="*/ 454 h 945"/>
              <a:gd name="T42" fmla="*/ 631 w 2089"/>
              <a:gd name="T43" fmla="*/ 299 h 945"/>
              <a:gd name="T44" fmla="*/ 639 w 2089"/>
              <a:gd name="T45" fmla="*/ 281 h 945"/>
              <a:gd name="T46" fmla="*/ 772 w 2089"/>
              <a:gd name="T47" fmla="*/ 351 h 945"/>
              <a:gd name="T48" fmla="*/ 540 w 2089"/>
              <a:gd name="T49" fmla="*/ 258 h 945"/>
              <a:gd name="T50" fmla="*/ 407 w 2089"/>
              <a:gd name="T51" fmla="*/ 188 h 945"/>
              <a:gd name="T52" fmla="*/ 548 w 2089"/>
              <a:gd name="T53" fmla="*/ 240 h 945"/>
              <a:gd name="T54" fmla="*/ 540 w 2089"/>
              <a:gd name="T55" fmla="*/ 258 h 945"/>
              <a:gd name="T56" fmla="*/ 193 w 2089"/>
              <a:gd name="T57" fmla="*/ 103 h 945"/>
              <a:gd name="T58" fmla="*/ 201 w 2089"/>
              <a:gd name="T59" fmla="*/ 85 h 945"/>
              <a:gd name="T60" fmla="*/ 334 w 2089"/>
              <a:gd name="T61" fmla="*/ 155 h 945"/>
              <a:gd name="T62" fmla="*/ 101 w 2089"/>
              <a:gd name="T63" fmla="*/ 63 h 945"/>
              <a:gd name="T64" fmla="*/ 2 w 2089"/>
              <a:gd name="T65" fmla="*/ 7 h 945"/>
              <a:gd name="T66" fmla="*/ 110 w 2089"/>
              <a:gd name="T67" fmla="*/ 44 h 945"/>
              <a:gd name="T68" fmla="*/ 101 w 2089"/>
              <a:gd name="T69" fmla="*/ 63 h 9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089" h="945">
                <a:moveTo>
                  <a:pt x="2074" y="943"/>
                </a:moveTo>
                <a:lnTo>
                  <a:pt x="1946" y="886"/>
                </a:lnTo>
                <a:cubicBezTo>
                  <a:pt x="1941" y="884"/>
                  <a:pt x="1939" y="878"/>
                  <a:pt x="1941" y="873"/>
                </a:cubicBezTo>
                <a:cubicBezTo>
                  <a:pt x="1943" y="868"/>
                  <a:pt x="1949" y="866"/>
                  <a:pt x="1954" y="868"/>
                </a:cubicBezTo>
                <a:lnTo>
                  <a:pt x="2082" y="925"/>
                </a:lnTo>
                <a:cubicBezTo>
                  <a:pt x="2087" y="927"/>
                  <a:pt x="2089" y="933"/>
                  <a:pt x="2087" y="938"/>
                </a:cubicBezTo>
                <a:cubicBezTo>
                  <a:pt x="2085" y="943"/>
                  <a:pt x="2079" y="945"/>
                  <a:pt x="2074" y="943"/>
                </a:cubicBezTo>
                <a:close/>
                <a:moveTo>
                  <a:pt x="1855" y="845"/>
                </a:moveTo>
                <a:lnTo>
                  <a:pt x="1727" y="788"/>
                </a:lnTo>
                <a:cubicBezTo>
                  <a:pt x="1722" y="786"/>
                  <a:pt x="1719" y="780"/>
                  <a:pt x="1722" y="775"/>
                </a:cubicBezTo>
                <a:cubicBezTo>
                  <a:pt x="1724" y="770"/>
                  <a:pt x="1730" y="768"/>
                  <a:pt x="1735" y="770"/>
                </a:cubicBezTo>
                <a:lnTo>
                  <a:pt x="1863" y="827"/>
                </a:lnTo>
                <a:cubicBezTo>
                  <a:pt x="1868" y="829"/>
                  <a:pt x="1870" y="835"/>
                  <a:pt x="1868" y="840"/>
                </a:cubicBezTo>
                <a:cubicBezTo>
                  <a:pt x="1866" y="845"/>
                  <a:pt x="1860" y="848"/>
                  <a:pt x="1855" y="845"/>
                </a:cubicBezTo>
                <a:close/>
                <a:moveTo>
                  <a:pt x="1635" y="748"/>
                </a:moveTo>
                <a:lnTo>
                  <a:pt x="1508" y="690"/>
                </a:lnTo>
                <a:cubicBezTo>
                  <a:pt x="1503" y="688"/>
                  <a:pt x="1500" y="682"/>
                  <a:pt x="1503" y="677"/>
                </a:cubicBezTo>
                <a:cubicBezTo>
                  <a:pt x="1505" y="672"/>
                  <a:pt x="1511" y="670"/>
                  <a:pt x="1516" y="672"/>
                </a:cubicBezTo>
                <a:lnTo>
                  <a:pt x="1644" y="729"/>
                </a:lnTo>
                <a:cubicBezTo>
                  <a:pt x="1649" y="732"/>
                  <a:pt x="1651" y="737"/>
                  <a:pt x="1649" y="742"/>
                </a:cubicBezTo>
                <a:cubicBezTo>
                  <a:pt x="1646" y="748"/>
                  <a:pt x="1640" y="750"/>
                  <a:pt x="1635" y="748"/>
                </a:cubicBezTo>
                <a:close/>
                <a:moveTo>
                  <a:pt x="1416" y="650"/>
                </a:moveTo>
                <a:lnTo>
                  <a:pt x="1288" y="593"/>
                </a:lnTo>
                <a:cubicBezTo>
                  <a:pt x="1283" y="590"/>
                  <a:pt x="1281" y="584"/>
                  <a:pt x="1283" y="579"/>
                </a:cubicBezTo>
                <a:cubicBezTo>
                  <a:pt x="1286" y="574"/>
                  <a:pt x="1292" y="572"/>
                  <a:pt x="1297" y="574"/>
                </a:cubicBezTo>
                <a:lnTo>
                  <a:pt x="1424" y="631"/>
                </a:lnTo>
                <a:cubicBezTo>
                  <a:pt x="1429" y="634"/>
                  <a:pt x="1432" y="640"/>
                  <a:pt x="1429" y="645"/>
                </a:cubicBezTo>
                <a:cubicBezTo>
                  <a:pt x="1427" y="650"/>
                  <a:pt x="1421" y="652"/>
                  <a:pt x="1416" y="650"/>
                </a:cubicBezTo>
                <a:close/>
                <a:moveTo>
                  <a:pt x="1197" y="552"/>
                </a:moveTo>
                <a:lnTo>
                  <a:pt x="1069" y="495"/>
                </a:lnTo>
                <a:cubicBezTo>
                  <a:pt x="1064" y="493"/>
                  <a:pt x="1062" y="487"/>
                  <a:pt x="1064" y="482"/>
                </a:cubicBezTo>
                <a:cubicBezTo>
                  <a:pt x="1066" y="477"/>
                  <a:pt x="1072" y="474"/>
                  <a:pt x="1077" y="477"/>
                </a:cubicBezTo>
                <a:lnTo>
                  <a:pt x="1205" y="534"/>
                </a:lnTo>
                <a:cubicBezTo>
                  <a:pt x="1210" y="536"/>
                  <a:pt x="1213" y="542"/>
                  <a:pt x="1210" y="547"/>
                </a:cubicBezTo>
                <a:cubicBezTo>
                  <a:pt x="1208" y="552"/>
                  <a:pt x="1202" y="554"/>
                  <a:pt x="1197" y="552"/>
                </a:cubicBezTo>
                <a:close/>
                <a:moveTo>
                  <a:pt x="978" y="454"/>
                </a:moveTo>
                <a:lnTo>
                  <a:pt x="850" y="397"/>
                </a:lnTo>
                <a:cubicBezTo>
                  <a:pt x="845" y="395"/>
                  <a:pt x="843" y="389"/>
                  <a:pt x="845" y="384"/>
                </a:cubicBezTo>
                <a:cubicBezTo>
                  <a:pt x="847" y="379"/>
                  <a:pt x="853" y="376"/>
                  <a:pt x="858" y="379"/>
                </a:cubicBezTo>
                <a:lnTo>
                  <a:pt x="986" y="436"/>
                </a:lnTo>
                <a:cubicBezTo>
                  <a:pt x="991" y="438"/>
                  <a:pt x="993" y="444"/>
                  <a:pt x="991" y="449"/>
                </a:cubicBezTo>
                <a:cubicBezTo>
                  <a:pt x="989" y="454"/>
                  <a:pt x="983" y="456"/>
                  <a:pt x="978" y="454"/>
                </a:cubicBezTo>
                <a:close/>
                <a:moveTo>
                  <a:pt x="759" y="356"/>
                </a:moveTo>
                <a:lnTo>
                  <a:pt x="631" y="299"/>
                </a:lnTo>
                <a:cubicBezTo>
                  <a:pt x="626" y="297"/>
                  <a:pt x="624" y="291"/>
                  <a:pt x="626" y="286"/>
                </a:cubicBezTo>
                <a:cubicBezTo>
                  <a:pt x="628" y="281"/>
                  <a:pt x="634" y="279"/>
                  <a:pt x="639" y="281"/>
                </a:cubicBezTo>
                <a:lnTo>
                  <a:pt x="767" y="338"/>
                </a:lnTo>
                <a:cubicBezTo>
                  <a:pt x="772" y="340"/>
                  <a:pt x="774" y="346"/>
                  <a:pt x="772" y="351"/>
                </a:cubicBezTo>
                <a:cubicBezTo>
                  <a:pt x="770" y="356"/>
                  <a:pt x="764" y="358"/>
                  <a:pt x="759" y="356"/>
                </a:cubicBezTo>
                <a:close/>
                <a:moveTo>
                  <a:pt x="540" y="258"/>
                </a:moveTo>
                <a:lnTo>
                  <a:pt x="412" y="201"/>
                </a:lnTo>
                <a:cubicBezTo>
                  <a:pt x="407" y="199"/>
                  <a:pt x="405" y="193"/>
                  <a:pt x="407" y="188"/>
                </a:cubicBezTo>
                <a:cubicBezTo>
                  <a:pt x="409" y="183"/>
                  <a:pt x="415" y="181"/>
                  <a:pt x="420" y="183"/>
                </a:cubicBezTo>
                <a:lnTo>
                  <a:pt x="548" y="240"/>
                </a:lnTo>
                <a:cubicBezTo>
                  <a:pt x="553" y="242"/>
                  <a:pt x="555" y="248"/>
                  <a:pt x="553" y="253"/>
                </a:cubicBezTo>
                <a:cubicBezTo>
                  <a:pt x="551" y="258"/>
                  <a:pt x="545" y="261"/>
                  <a:pt x="540" y="258"/>
                </a:cubicBezTo>
                <a:close/>
                <a:moveTo>
                  <a:pt x="321" y="161"/>
                </a:moveTo>
                <a:lnTo>
                  <a:pt x="193" y="103"/>
                </a:lnTo>
                <a:cubicBezTo>
                  <a:pt x="188" y="101"/>
                  <a:pt x="185" y="95"/>
                  <a:pt x="188" y="90"/>
                </a:cubicBezTo>
                <a:cubicBezTo>
                  <a:pt x="190" y="85"/>
                  <a:pt x="196" y="83"/>
                  <a:pt x="201" y="85"/>
                </a:cubicBezTo>
                <a:lnTo>
                  <a:pt x="329" y="142"/>
                </a:lnTo>
                <a:cubicBezTo>
                  <a:pt x="334" y="145"/>
                  <a:pt x="336" y="150"/>
                  <a:pt x="334" y="155"/>
                </a:cubicBezTo>
                <a:cubicBezTo>
                  <a:pt x="331" y="161"/>
                  <a:pt x="326" y="163"/>
                  <a:pt x="321" y="161"/>
                </a:cubicBezTo>
                <a:close/>
                <a:moveTo>
                  <a:pt x="101" y="63"/>
                </a:moveTo>
                <a:lnTo>
                  <a:pt x="7" y="21"/>
                </a:lnTo>
                <a:cubicBezTo>
                  <a:pt x="2" y="18"/>
                  <a:pt x="0" y="13"/>
                  <a:pt x="2" y="7"/>
                </a:cubicBezTo>
                <a:cubicBezTo>
                  <a:pt x="5" y="2"/>
                  <a:pt x="10" y="0"/>
                  <a:pt x="15" y="2"/>
                </a:cubicBezTo>
                <a:lnTo>
                  <a:pt x="110" y="44"/>
                </a:lnTo>
                <a:cubicBezTo>
                  <a:pt x="115" y="47"/>
                  <a:pt x="117" y="53"/>
                  <a:pt x="115" y="58"/>
                </a:cubicBezTo>
                <a:cubicBezTo>
                  <a:pt x="112" y="63"/>
                  <a:pt x="106" y="65"/>
                  <a:pt x="101" y="63"/>
                </a:cubicBezTo>
                <a:close/>
              </a:path>
            </a:pathLst>
          </a:custGeom>
          <a:solidFill>
            <a:schemeClr val="bg1"/>
          </a:solidFill>
          <a:ln w="9525" cap="flat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99" name="Freeform 391">
            <a:extLst>
              <a:ext uri="{FF2B5EF4-FFF2-40B4-BE49-F238E27FC236}">
                <a16:creationId xmlns:a16="http://schemas.microsoft.com/office/drawing/2014/main" id="{8205B915-8C15-4DD9-9529-A80260DDB66E}"/>
              </a:ext>
            </a:extLst>
          </p:cNvPr>
          <p:cNvSpPr>
            <a:spLocks/>
          </p:cNvSpPr>
          <p:nvPr/>
        </p:nvSpPr>
        <p:spPr bwMode="auto">
          <a:xfrm>
            <a:off x="5345114" y="5111751"/>
            <a:ext cx="41275" cy="57150"/>
          </a:xfrm>
          <a:custGeom>
            <a:avLst/>
            <a:gdLst>
              <a:gd name="T0" fmla="*/ 26 w 26"/>
              <a:gd name="T1" fmla="*/ 0 h 36"/>
              <a:gd name="T2" fmla="*/ 0 w 26"/>
              <a:gd name="T3" fmla="*/ 10 h 36"/>
              <a:gd name="T4" fmla="*/ 10 w 26"/>
              <a:gd name="T5" fmla="*/ 36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" h="36">
                <a:moveTo>
                  <a:pt x="26" y="0"/>
                </a:moveTo>
                <a:lnTo>
                  <a:pt x="0" y="10"/>
                </a:lnTo>
                <a:lnTo>
                  <a:pt x="10" y="36"/>
                </a:lnTo>
              </a:path>
            </a:pathLst>
          </a:cu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02" name="Freeform 394">
            <a:extLst>
              <a:ext uri="{FF2B5EF4-FFF2-40B4-BE49-F238E27FC236}">
                <a16:creationId xmlns:a16="http://schemas.microsoft.com/office/drawing/2014/main" id="{FAABF182-BF5E-489D-9216-999404DC8FFF}"/>
              </a:ext>
            </a:extLst>
          </p:cNvPr>
          <p:cNvSpPr>
            <a:spLocks noEditPoints="1"/>
          </p:cNvSpPr>
          <p:nvPr/>
        </p:nvSpPr>
        <p:spPr bwMode="auto">
          <a:xfrm>
            <a:off x="5106989" y="5202238"/>
            <a:ext cx="493713" cy="849312"/>
          </a:xfrm>
          <a:custGeom>
            <a:avLst/>
            <a:gdLst>
              <a:gd name="T0" fmla="*/ 1323 w 1413"/>
              <a:gd name="T1" fmla="*/ 2303 h 2430"/>
              <a:gd name="T2" fmla="*/ 1340 w 1413"/>
              <a:gd name="T3" fmla="*/ 2293 h 2430"/>
              <a:gd name="T4" fmla="*/ 1406 w 1413"/>
              <a:gd name="T5" fmla="*/ 2428 h 2430"/>
              <a:gd name="T6" fmla="*/ 1273 w 1413"/>
              <a:gd name="T7" fmla="*/ 2216 h 2430"/>
              <a:gd name="T8" fmla="*/ 1206 w 1413"/>
              <a:gd name="T9" fmla="*/ 2081 h 2430"/>
              <a:gd name="T10" fmla="*/ 1290 w 1413"/>
              <a:gd name="T11" fmla="*/ 2206 h 2430"/>
              <a:gd name="T12" fmla="*/ 1273 w 1413"/>
              <a:gd name="T13" fmla="*/ 2216 h 2430"/>
              <a:gd name="T14" fmla="*/ 1083 w 1413"/>
              <a:gd name="T15" fmla="*/ 1887 h 2430"/>
              <a:gd name="T16" fmla="*/ 1100 w 1413"/>
              <a:gd name="T17" fmla="*/ 1877 h 2430"/>
              <a:gd name="T18" fmla="*/ 1166 w 1413"/>
              <a:gd name="T19" fmla="*/ 2012 h 2430"/>
              <a:gd name="T20" fmla="*/ 1033 w 1413"/>
              <a:gd name="T21" fmla="*/ 1800 h 2430"/>
              <a:gd name="T22" fmla="*/ 967 w 1413"/>
              <a:gd name="T23" fmla="*/ 1666 h 2430"/>
              <a:gd name="T24" fmla="*/ 1050 w 1413"/>
              <a:gd name="T25" fmla="*/ 1790 h 2430"/>
              <a:gd name="T26" fmla="*/ 1033 w 1413"/>
              <a:gd name="T27" fmla="*/ 1800 h 2430"/>
              <a:gd name="T28" fmla="*/ 843 w 1413"/>
              <a:gd name="T29" fmla="*/ 1471 h 2430"/>
              <a:gd name="T30" fmla="*/ 860 w 1413"/>
              <a:gd name="T31" fmla="*/ 1461 h 2430"/>
              <a:gd name="T32" fmla="*/ 927 w 1413"/>
              <a:gd name="T33" fmla="*/ 1596 h 2430"/>
              <a:gd name="T34" fmla="*/ 793 w 1413"/>
              <a:gd name="T35" fmla="*/ 1385 h 2430"/>
              <a:gd name="T36" fmla="*/ 727 w 1413"/>
              <a:gd name="T37" fmla="*/ 1250 h 2430"/>
              <a:gd name="T38" fmla="*/ 810 w 1413"/>
              <a:gd name="T39" fmla="*/ 1375 h 2430"/>
              <a:gd name="T40" fmla="*/ 793 w 1413"/>
              <a:gd name="T41" fmla="*/ 1385 h 2430"/>
              <a:gd name="T42" fmla="*/ 603 w 1413"/>
              <a:gd name="T43" fmla="*/ 1056 h 2430"/>
              <a:gd name="T44" fmla="*/ 620 w 1413"/>
              <a:gd name="T45" fmla="*/ 1046 h 2430"/>
              <a:gd name="T46" fmla="*/ 687 w 1413"/>
              <a:gd name="T47" fmla="*/ 1180 h 2430"/>
              <a:gd name="T48" fmla="*/ 553 w 1413"/>
              <a:gd name="T49" fmla="*/ 969 h 2430"/>
              <a:gd name="T50" fmla="*/ 487 w 1413"/>
              <a:gd name="T51" fmla="*/ 834 h 2430"/>
              <a:gd name="T52" fmla="*/ 570 w 1413"/>
              <a:gd name="T53" fmla="*/ 959 h 2430"/>
              <a:gd name="T54" fmla="*/ 553 w 1413"/>
              <a:gd name="T55" fmla="*/ 969 h 2430"/>
              <a:gd name="T56" fmla="*/ 363 w 1413"/>
              <a:gd name="T57" fmla="*/ 640 h 2430"/>
              <a:gd name="T58" fmla="*/ 380 w 1413"/>
              <a:gd name="T59" fmla="*/ 630 h 2430"/>
              <a:gd name="T60" fmla="*/ 447 w 1413"/>
              <a:gd name="T61" fmla="*/ 765 h 2430"/>
              <a:gd name="T62" fmla="*/ 313 w 1413"/>
              <a:gd name="T63" fmla="*/ 553 h 2430"/>
              <a:gd name="T64" fmla="*/ 247 w 1413"/>
              <a:gd name="T65" fmla="*/ 418 h 2430"/>
              <a:gd name="T66" fmla="*/ 330 w 1413"/>
              <a:gd name="T67" fmla="*/ 543 h 2430"/>
              <a:gd name="T68" fmla="*/ 313 w 1413"/>
              <a:gd name="T69" fmla="*/ 553 h 2430"/>
              <a:gd name="T70" fmla="*/ 123 w 1413"/>
              <a:gd name="T71" fmla="*/ 224 h 2430"/>
              <a:gd name="T72" fmla="*/ 141 w 1413"/>
              <a:gd name="T73" fmla="*/ 214 h 2430"/>
              <a:gd name="T74" fmla="*/ 207 w 1413"/>
              <a:gd name="T75" fmla="*/ 349 h 2430"/>
              <a:gd name="T76" fmla="*/ 73 w 1413"/>
              <a:gd name="T77" fmla="*/ 137 h 2430"/>
              <a:gd name="T78" fmla="*/ 7 w 1413"/>
              <a:gd name="T79" fmla="*/ 3 h 2430"/>
              <a:gd name="T80" fmla="*/ 91 w 1413"/>
              <a:gd name="T81" fmla="*/ 127 h 2430"/>
              <a:gd name="T82" fmla="*/ 73 w 1413"/>
              <a:gd name="T83" fmla="*/ 137 h 24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413" h="2430">
                <a:moveTo>
                  <a:pt x="1393" y="2424"/>
                </a:moveTo>
                <a:lnTo>
                  <a:pt x="1323" y="2303"/>
                </a:lnTo>
                <a:cubicBezTo>
                  <a:pt x="1320" y="2298"/>
                  <a:pt x="1322" y="2292"/>
                  <a:pt x="1326" y="2289"/>
                </a:cubicBezTo>
                <a:cubicBezTo>
                  <a:pt x="1331" y="2286"/>
                  <a:pt x="1337" y="2288"/>
                  <a:pt x="1340" y="2293"/>
                </a:cubicBezTo>
                <a:lnTo>
                  <a:pt x="1410" y="2414"/>
                </a:lnTo>
                <a:cubicBezTo>
                  <a:pt x="1413" y="2419"/>
                  <a:pt x="1411" y="2425"/>
                  <a:pt x="1406" y="2428"/>
                </a:cubicBezTo>
                <a:cubicBezTo>
                  <a:pt x="1402" y="2430"/>
                  <a:pt x="1395" y="2429"/>
                  <a:pt x="1393" y="2424"/>
                </a:cubicBezTo>
                <a:close/>
                <a:moveTo>
                  <a:pt x="1273" y="2216"/>
                </a:moveTo>
                <a:lnTo>
                  <a:pt x="1203" y="2095"/>
                </a:lnTo>
                <a:cubicBezTo>
                  <a:pt x="1200" y="2090"/>
                  <a:pt x="1202" y="2084"/>
                  <a:pt x="1206" y="2081"/>
                </a:cubicBezTo>
                <a:cubicBezTo>
                  <a:pt x="1211" y="2079"/>
                  <a:pt x="1217" y="2080"/>
                  <a:pt x="1220" y="2085"/>
                </a:cubicBezTo>
                <a:lnTo>
                  <a:pt x="1290" y="2206"/>
                </a:lnTo>
                <a:cubicBezTo>
                  <a:pt x="1293" y="2211"/>
                  <a:pt x="1291" y="2217"/>
                  <a:pt x="1286" y="2220"/>
                </a:cubicBezTo>
                <a:cubicBezTo>
                  <a:pt x="1282" y="2223"/>
                  <a:pt x="1275" y="2221"/>
                  <a:pt x="1273" y="2216"/>
                </a:cubicBezTo>
                <a:close/>
                <a:moveTo>
                  <a:pt x="1153" y="2008"/>
                </a:moveTo>
                <a:lnTo>
                  <a:pt x="1083" y="1887"/>
                </a:lnTo>
                <a:cubicBezTo>
                  <a:pt x="1080" y="1882"/>
                  <a:pt x="1082" y="1876"/>
                  <a:pt x="1086" y="1873"/>
                </a:cubicBezTo>
                <a:cubicBezTo>
                  <a:pt x="1091" y="1871"/>
                  <a:pt x="1097" y="1872"/>
                  <a:pt x="1100" y="1877"/>
                </a:cubicBezTo>
                <a:lnTo>
                  <a:pt x="1170" y="1998"/>
                </a:lnTo>
                <a:cubicBezTo>
                  <a:pt x="1173" y="2003"/>
                  <a:pt x="1171" y="2009"/>
                  <a:pt x="1166" y="2012"/>
                </a:cubicBezTo>
                <a:cubicBezTo>
                  <a:pt x="1162" y="2015"/>
                  <a:pt x="1156" y="2013"/>
                  <a:pt x="1153" y="2008"/>
                </a:cubicBezTo>
                <a:close/>
                <a:moveTo>
                  <a:pt x="1033" y="1800"/>
                </a:moveTo>
                <a:lnTo>
                  <a:pt x="963" y="1679"/>
                </a:lnTo>
                <a:cubicBezTo>
                  <a:pt x="960" y="1674"/>
                  <a:pt x="962" y="1668"/>
                  <a:pt x="967" y="1666"/>
                </a:cubicBezTo>
                <a:cubicBezTo>
                  <a:pt x="971" y="1663"/>
                  <a:pt x="977" y="1664"/>
                  <a:pt x="980" y="1669"/>
                </a:cubicBezTo>
                <a:lnTo>
                  <a:pt x="1050" y="1790"/>
                </a:lnTo>
                <a:cubicBezTo>
                  <a:pt x="1053" y="1795"/>
                  <a:pt x="1051" y="1801"/>
                  <a:pt x="1046" y="1804"/>
                </a:cubicBezTo>
                <a:cubicBezTo>
                  <a:pt x="1042" y="1807"/>
                  <a:pt x="1036" y="1805"/>
                  <a:pt x="1033" y="1800"/>
                </a:cubicBezTo>
                <a:close/>
                <a:moveTo>
                  <a:pt x="913" y="1593"/>
                </a:moveTo>
                <a:lnTo>
                  <a:pt x="843" y="1471"/>
                </a:lnTo>
                <a:cubicBezTo>
                  <a:pt x="840" y="1467"/>
                  <a:pt x="842" y="1460"/>
                  <a:pt x="847" y="1458"/>
                </a:cubicBezTo>
                <a:cubicBezTo>
                  <a:pt x="851" y="1455"/>
                  <a:pt x="857" y="1457"/>
                  <a:pt x="860" y="1461"/>
                </a:cubicBezTo>
                <a:lnTo>
                  <a:pt x="930" y="1583"/>
                </a:lnTo>
                <a:cubicBezTo>
                  <a:pt x="933" y="1587"/>
                  <a:pt x="931" y="1593"/>
                  <a:pt x="927" y="1596"/>
                </a:cubicBezTo>
                <a:cubicBezTo>
                  <a:pt x="922" y="1599"/>
                  <a:pt x="916" y="1597"/>
                  <a:pt x="913" y="1593"/>
                </a:cubicBezTo>
                <a:close/>
                <a:moveTo>
                  <a:pt x="793" y="1385"/>
                </a:moveTo>
                <a:lnTo>
                  <a:pt x="723" y="1263"/>
                </a:lnTo>
                <a:cubicBezTo>
                  <a:pt x="720" y="1259"/>
                  <a:pt x="722" y="1253"/>
                  <a:pt x="727" y="1250"/>
                </a:cubicBezTo>
                <a:cubicBezTo>
                  <a:pt x="731" y="1247"/>
                  <a:pt x="738" y="1249"/>
                  <a:pt x="740" y="1253"/>
                </a:cubicBezTo>
                <a:lnTo>
                  <a:pt x="810" y="1375"/>
                </a:lnTo>
                <a:cubicBezTo>
                  <a:pt x="813" y="1379"/>
                  <a:pt x="811" y="1386"/>
                  <a:pt x="807" y="1388"/>
                </a:cubicBezTo>
                <a:cubicBezTo>
                  <a:pt x="802" y="1391"/>
                  <a:pt x="796" y="1389"/>
                  <a:pt x="793" y="1385"/>
                </a:cubicBezTo>
                <a:close/>
                <a:moveTo>
                  <a:pt x="673" y="1177"/>
                </a:moveTo>
                <a:lnTo>
                  <a:pt x="603" y="1056"/>
                </a:lnTo>
                <a:cubicBezTo>
                  <a:pt x="600" y="1051"/>
                  <a:pt x="602" y="1045"/>
                  <a:pt x="607" y="1042"/>
                </a:cubicBezTo>
                <a:cubicBezTo>
                  <a:pt x="611" y="1039"/>
                  <a:pt x="618" y="1041"/>
                  <a:pt x="620" y="1046"/>
                </a:cubicBezTo>
                <a:lnTo>
                  <a:pt x="690" y="1167"/>
                </a:lnTo>
                <a:cubicBezTo>
                  <a:pt x="693" y="1172"/>
                  <a:pt x="691" y="1178"/>
                  <a:pt x="687" y="1180"/>
                </a:cubicBezTo>
                <a:cubicBezTo>
                  <a:pt x="682" y="1183"/>
                  <a:pt x="676" y="1182"/>
                  <a:pt x="673" y="1177"/>
                </a:cubicBezTo>
                <a:close/>
                <a:moveTo>
                  <a:pt x="553" y="969"/>
                </a:moveTo>
                <a:lnTo>
                  <a:pt x="483" y="848"/>
                </a:lnTo>
                <a:cubicBezTo>
                  <a:pt x="480" y="843"/>
                  <a:pt x="482" y="837"/>
                  <a:pt x="487" y="834"/>
                </a:cubicBezTo>
                <a:cubicBezTo>
                  <a:pt x="491" y="831"/>
                  <a:pt x="498" y="833"/>
                  <a:pt x="500" y="838"/>
                </a:cubicBezTo>
                <a:lnTo>
                  <a:pt x="570" y="959"/>
                </a:lnTo>
                <a:cubicBezTo>
                  <a:pt x="573" y="964"/>
                  <a:pt x="571" y="970"/>
                  <a:pt x="567" y="973"/>
                </a:cubicBezTo>
                <a:cubicBezTo>
                  <a:pt x="562" y="975"/>
                  <a:pt x="556" y="974"/>
                  <a:pt x="553" y="969"/>
                </a:cubicBezTo>
                <a:close/>
                <a:moveTo>
                  <a:pt x="433" y="761"/>
                </a:moveTo>
                <a:lnTo>
                  <a:pt x="363" y="640"/>
                </a:lnTo>
                <a:cubicBezTo>
                  <a:pt x="360" y="635"/>
                  <a:pt x="362" y="629"/>
                  <a:pt x="367" y="626"/>
                </a:cubicBezTo>
                <a:cubicBezTo>
                  <a:pt x="372" y="623"/>
                  <a:pt x="378" y="625"/>
                  <a:pt x="380" y="630"/>
                </a:cubicBezTo>
                <a:lnTo>
                  <a:pt x="450" y="751"/>
                </a:lnTo>
                <a:cubicBezTo>
                  <a:pt x="453" y="756"/>
                  <a:pt x="452" y="762"/>
                  <a:pt x="447" y="765"/>
                </a:cubicBezTo>
                <a:cubicBezTo>
                  <a:pt x="442" y="767"/>
                  <a:pt x="436" y="766"/>
                  <a:pt x="433" y="761"/>
                </a:cubicBezTo>
                <a:close/>
                <a:moveTo>
                  <a:pt x="313" y="553"/>
                </a:moveTo>
                <a:lnTo>
                  <a:pt x="243" y="432"/>
                </a:lnTo>
                <a:cubicBezTo>
                  <a:pt x="240" y="427"/>
                  <a:pt x="242" y="421"/>
                  <a:pt x="247" y="418"/>
                </a:cubicBezTo>
                <a:cubicBezTo>
                  <a:pt x="252" y="416"/>
                  <a:pt x="258" y="417"/>
                  <a:pt x="260" y="422"/>
                </a:cubicBezTo>
                <a:lnTo>
                  <a:pt x="330" y="543"/>
                </a:lnTo>
                <a:cubicBezTo>
                  <a:pt x="333" y="548"/>
                  <a:pt x="332" y="554"/>
                  <a:pt x="327" y="557"/>
                </a:cubicBezTo>
                <a:cubicBezTo>
                  <a:pt x="322" y="560"/>
                  <a:pt x="316" y="558"/>
                  <a:pt x="313" y="553"/>
                </a:cubicBezTo>
                <a:close/>
                <a:moveTo>
                  <a:pt x="193" y="345"/>
                </a:moveTo>
                <a:lnTo>
                  <a:pt x="123" y="224"/>
                </a:lnTo>
                <a:cubicBezTo>
                  <a:pt x="120" y="219"/>
                  <a:pt x="122" y="213"/>
                  <a:pt x="127" y="210"/>
                </a:cubicBezTo>
                <a:cubicBezTo>
                  <a:pt x="132" y="208"/>
                  <a:pt x="138" y="209"/>
                  <a:pt x="141" y="214"/>
                </a:cubicBezTo>
                <a:lnTo>
                  <a:pt x="210" y="335"/>
                </a:lnTo>
                <a:cubicBezTo>
                  <a:pt x="213" y="340"/>
                  <a:pt x="212" y="346"/>
                  <a:pt x="207" y="349"/>
                </a:cubicBezTo>
                <a:cubicBezTo>
                  <a:pt x="202" y="352"/>
                  <a:pt x="196" y="350"/>
                  <a:pt x="193" y="345"/>
                </a:cubicBezTo>
                <a:close/>
                <a:moveTo>
                  <a:pt x="73" y="137"/>
                </a:moveTo>
                <a:lnTo>
                  <a:pt x="3" y="16"/>
                </a:lnTo>
                <a:cubicBezTo>
                  <a:pt x="0" y="11"/>
                  <a:pt x="2" y="5"/>
                  <a:pt x="7" y="3"/>
                </a:cubicBezTo>
                <a:cubicBezTo>
                  <a:pt x="12" y="0"/>
                  <a:pt x="18" y="1"/>
                  <a:pt x="21" y="6"/>
                </a:cubicBezTo>
                <a:lnTo>
                  <a:pt x="91" y="127"/>
                </a:lnTo>
                <a:cubicBezTo>
                  <a:pt x="93" y="132"/>
                  <a:pt x="92" y="138"/>
                  <a:pt x="87" y="141"/>
                </a:cubicBezTo>
                <a:cubicBezTo>
                  <a:pt x="82" y="144"/>
                  <a:pt x="76" y="142"/>
                  <a:pt x="73" y="137"/>
                </a:cubicBezTo>
                <a:close/>
              </a:path>
            </a:pathLst>
          </a:custGeom>
          <a:solidFill>
            <a:schemeClr val="bg1"/>
          </a:solidFill>
          <a:ln w="9525" cap="flat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03" name="Freeform 395">
            <a:extLst>
              <a:ext uri="{FF2B5EF4-FFF2-40B4-BE49-F238E27FC236}">
                <a16:creationId xmlns:a16="http://schemas.microsoft.com/office/drawing/2014/main" id="{EEA1E046-9823-4A37-A3E9-C62A332F54BE}"/>
              </a:ext>
            </a:extLst>
          </p:cNvPr>
          <p:cNvSpPr>
            <a:spLocks/>
          </p:cNvSpPr>
          <p:nvPr/>
        </p:nvSpPr>
        <p:spPr bwMode="auto">
          <a:xfrm>
            <a:off x="5091114" y="5192713"/>
            <a:ext cx="53975" cy="41275"/>
          </a:xfrm>
          <a:custGeom>
            <a:avLst/>
            <a:gdLst>
              <a:gd name="T0" fmla="*/ 34 w 34"/>
              <a:gd name="T1" fmla="*/ 7 h 26"/>
              <a:gd name="T2" fmla="*/ 7 w 34"/>
              <a:gd name="T3" fmla="*/ 0 h 26"/>
              <a:gd name="T4" fmla="*/ 0 w 34"/>
              <a:gd name="T5" fmla="*/ 26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4" h="26">
                <a:moveTo>
                  <a:pt x="34" y="7"/>
                </a:moveTo>
                <a:lnTo>
                  <a:pt x="7" y="0"/>
                </a:lnTo>
                <a:lnTo>
                  <a:pt x="0" y="26"/>
                </a:lnTo>
              </a:path>
            </a:pathLst>
          </a:cu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06" name="Freeform 398">
            <a:extLst>
              <a:ext uri="{FF2B5EF4-FFF2-40B4-BE49-F238E27FC236}">
                <a16:creationId xmlns:a16="http://schemas.microsoft.com/office/drawing/2014/main" id="{107F87E3-5D92-40D7-851A-FC8EAA008027}"/>
              </a:ext>
            </a:extLst>
          </p:cNvPr>
          <p:cNvSpPr>
            <a:spLocks noEditPoints="1"/>
          </p:cNvSpPr>
          <p:nvPr/>
        </p:nvSpPr>
        <p:spPr bwMode="auto">
          <a:xfrm>
            <a:off x="4538664" y="5205413"/>
            <a:ext cx="315913" cy="658812"/>
          </a:xfrm>
          <a:custGeom>
            <a:avLst/>
            <a:gdLst>
              <a:gd name="T0" fmla="*/ 63 w 906"/>
              <a:gd name="T1" fmla="*/ 1741 h 1884"/>
              <a:gd name="T2" fmla="*/ 81 w 906"/>
              <a:gd name="T3" fmla="*/ 1750 h 1884"/>
              <a:gd name="T4" fmla="*/ 21 w 906"/>
              <a:gd name="T5" fmla="*/ 1876 h 1884"/>
              <a:gd name="T6" fmla="*/ 3 w 906"/>
              <a:gd name="T7" fmla="*/ 1868 h 1884"/>
              <a:gd name="T8" fmla="*/ 166 w 906"/>
              <a:gd name="T9" fmla="*/ 1525 h 1884"/>
              <a:gd name="T10" fmla="*/ 184 w 906"/>
              <a:gd name="T11" fmla="*/ 1533 h 1884"/>
              <a:gd name="T12" fmla="*/ 110 w 906"/>
              <a:gd name="T13" fmla="*/ 1664 h 1884"/>
              <a:gd name="T14" fmla="*/ 208 w 906"/>
              <a:gd name="T15" fmla="*/ 1434 h 1884"/>
              <a:gd name="T16" fmla="*/ 282 w 906"/>
              <a:gd name="T17" fmla="*/ 1303 h 1884"/>
              <a:gd name="T18" fmla="*/ 227 w 906"/>
              <a:gd name="T19" fmla="*/ 1443 h 1884"/>
              <a:gd name="T20" fmla="*/ 208 w 906"/>
              <a:gd name="T21" fmla="*/ 1434 h 1884"/>
              <a:gd name="T22" fmla="*/ 371 w 906"/>
              <a:gd name="T23" fmla="*/ 1091 h 1884"/>
              <a:gd name="T24" fmla="*/ 389 w 906"/>
              <a:gd name="T25" fmla="*/ 1100 h 1884"/>
              <a:gd name="T26" fmla="*/ 316 w 906"/>
              <a:gd name="T27" fmla="*/ 1231 h 1884"/>
              <a:gd name="T28" fmla="*/ 414 w 906"/>
              <a:gd name="T29" fmla="*/ 1001 h 1884"/>
              <a:gd name="T30" fmla="*/ 488 w 906"/>
              <a:gd name="T31" fmla="*/ 869 h 1884"/>
              <a:gd name="T32" fmla="*/ 432 w 906"/>
              <a:gd name="T33" fmla="*/ 1009 h 1884"/>
              <a:gd name="T34" fmla="*/ 414 w 906"/>
              <a:gd name="T35" fmla="*/ 1001 h 1884"/>
              <a:gd name="T36" fmla="*/ 577 w 906"/>
              <a:gd name="T37" fmla="*/ 657 h 1884"/>
              <a:gd name="T38" fmla="*/ 595 w 906"/>
              <a:gd name="T39" fmla="*/ 666 h 1884"/>
              <a:gd name="T40" fmla="*/ 522 w 906"/>
              <a:gd name="T41" fmla="*/ 797 h 1884"/>
              <a:gd name="T42" fmla="*/ 620 w 906"/>
              <a:gd name="T43" fmla="*/ 567 h 1884"/>
              <a:gd name="T44" fmla="*/ 693 w 906"/>
              <a:gd name="T45" fmla="*/ 436 h 1884"/>
              <a:gd name="T46" fmla="*/ 638 w 906"/>
              <a:gd name="T47" fmla="*/ 576 h 1884"/>
              <a:gd name="T48" fmla="*/ 620 w 906"/>
              <a:gd name="T49" fmla="*/ 567 h 1884"/>
              <a:gd name="T50" fmla="*/ 783 w 906"/>
              <a:gd name="T51" fmla="*/ 224 h 1884"/>
              <a:gd name="T52" fmla="*/ 801 w 906"/>
              <a:gd name="T53" fmla="*/ 232 h 1884"/>
              <a:gd name="T54" fmla="*/ 728 w 906"/>
              <a:gd name="T55" fmla="*/ 363 h 1884"/>
              <a:gd name="T56" fmla="*/ 826 w 906"/>
              <a:gd name="T57" fmla="*/ 133 h 1884"/>
              <a:gd name="T58" fmla="*/ 899 w 906"/>
              <a:gd name="T59" fmla="*/ 2 h 1884"/>
              <a:gd name="T60" fmla="*/ 844 w 906"/>
              <a:gd name="T61" fmla="*/ 142 h 1884"/>
              <a:gd name="T62" fmla="*/ 826 w 906"/>
              <a:gd name="T63" fmla="*/ 133 h 18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06" h="1884">
                <a:moveTo>
                  <a:pt x="3" y="1868"/>
                </a:moveTo>
                <a:lnTo>
                  <a:pt x="63" y="1741"/>
                </a:lnTo>
                <a:cubicBezTo>
                  <a:pt x="65" y="1736"/>
                  <a:pt x="71" y="1734"/>
                  <a:pt x="76" y="1737"/>
                </a:cubicBezTo>
                <a:cubicBezTo>
                  <a:pt x="81" y="1739"/>
                  <a:pt x="83" y="1745"/>
                  <a:pt x="81" y="1750"/>
                </a:cubicBezTo>
                <a:lnTo>
                  <a:pt x="81" y="1750"/>
                </a:lnTo>
                <a:lnTo>
                  <a:pt x="21" y="1876"/>
                </a:lnTo>
                <a:cubicBezTo>
                  <a:pt x="18" y="1881"/>
                  <a:pt x="12" y="1884"/>
                  <a:pt x="7" y="1881"/>
                </a:cubicBezTo>
                <a:cubicBezTo>
                  <a:pt x="2" y="1879"/>
                  <a:pt x="0" y="1873"/>
                  <a:pt x="3" y="1868"/>
                </a:cubicBezTo>
                <a:close/>
                <a:moveTo>
                  <a:pt x="106" y="1651"/>
                </a:moveTo>
                <a:lnTo>
                  <a:pt x="166" y="1525"/>
                </a:lnTo>
                <a:cubicBezTo>
                  <a:pt x="168" y="1520"/>
                  <a:pt x="174" y="1517"/>
                  <a:pt x="179" y="1520"/>
                </a:cubicBezTo>
                <a:cubicBezTo>
                  <a:pt x="184" y="1522"/>
                  <a:pt x="186" y="1528"/>
                  <a:pt x="184" y="1533"/>
                </a:cubicBezTo>
                <a:lnTo>
                  <a:pt x="124" y="1660"/>
                </a:lnTo>
                <a:cubicBezTo>
                  <a:pt x="121" y="1665"/>
                  <a:pt x="115" y="1667"/>
                  <a:pt x="110" y="1664"/>
                </a:cubicBezTo>
                <a:cubicBezTo>
                  <a:pt x="105" y="1662"/>
                  <a:pt x="103" y="1656"/>
                  <a:pt x="106" y="1651"/>
                </a:cubicBezTo>
                <a:close/>
                <a:moveTo>
                  <a:pt x="208" y="1434"/>
                </a:moveTo>
                <a:lnTo>
                  <a:pt x="269" y="1308"/>
                </a:lnTo>
                <a:cubicBezTo>
                  <a:pt x="271" y="1303"/>
                  <a:pt x="277" y="1301"/>
                  <a:pt x="282" y="1303"/>
                </a:cubicBezTo>
                <a:cubicBezTo>
                  <a:pt x="287" y="1305"/>
                  <a:pt x="289" y="1311"/>
                  <a:pt x="287" y="1316"/>
                </a:cubicBezTo>
                <a:lnTo>
                  <a:pt x="227" y="1443"/>
                </a:lnTo>
                <a:cubicBezTo>
                  <a:pt x="224" y="1448"/>
                  <a:pt x="218" y="1450"/>
                  <a:pt x="213" y="1448"/>
                </a:cubicBezTo>
                <a:cubicBezTo>
                  <a:pt x="208" y="1445"/>
                  <a:pt x="206" y="1439"/>
                  <a:pt x="208" y="1434"/>
                </a:cubicBezTo>
                <a:close/>
                <a:moveTo>
                  <a:pt x="311" y="1217"/>
                </a:moveTo>
                <a:lnTo>
                  <a:pt x="371" y="1091"/>
                </a:lnTo>
                <a:cubicBezTo>
                  <a:pt x="374" y="1086"/>
                  <a:pt x="380" y="1084"/>
                  <a:pt x="385" y="1086"/>
                </a:cubicBezTo>
                <a:cubicBezTo>
                  <a:pt x="390" y="1089"/>
                  <a:pt x="392" y="1095"/>
                  <a:pt x="389" y="1100"/>
                </a:cubicBezTo>
                <a:lnTo>
                  <a:pt x="329" y="1226"/>
                </a:lnTo>
                <a:cubicBezTo>
                  <a:pt x="327" y="1231"/>
                  <a:pt x="321" y="1233"/>
                  <a:pt x="316" y="1231"/>
                </a:cubicBezTo>
                <a:cubicBezTo>
                  <a:pt x="311" y="1228"/>
                  <a:pt x="309" y="1222"/>
                  <a:pt x="311" y="1217"/>
                </a:cubicBezTo>
                <a:close/>
                <a:moveTo>
                  <a:pt x="414" y="1001"/>
                </a:moveTo>
                <a:lnTo>
                  <a:pt x="474" y="874"/>
                </a:lnTo>
                <a:cubicBezTo>
                  <a:pt x="477" y="869"/>
                  <a:pt x="483" y="867"/>
                  <a:pt x="488" y="869"/>
                </a:cubicBezTo>
                <a:cubicBezTo>
                  <a:pt x="493" y="872"/>
                  <a:pt x="495" y="878"/>
                  <a:pt x="492" y="883"/>
                </a:cubicBezTo>
                <a:lnTo>
                  <a:pt x="432" y="1009"/>
                </a:lnTo>
                <a:cubicBezTo>
                  <a:pt x="430" y="1014"/>
                  <a:pt x="424" y="1016"/>
                  <a:pt x="419" y="1014"/>
                </a:cubicBezTo>
                <a:cubicBezTo>
                  <a:pt x="414" y="1012"/>
                  <a:pt x="412" y="1006"/>
                  <a:pt x="414" y="1001"/>
                </a:cubicBezTo>
                <a:close/>
                <a:moveTo>
                  <a:pt x="517" y="784"/>
                </a:moveTo>
                <a:lnTo>
                  <a:pt x="577" y="657"/>
                </a:lnTo>
                <a:cubicBezTo>
                  <a:pt x="580" y="652"/>
                  <a:pt x="586" y="650"/>
                  <a:pt x="590" y="653"/>
                </a:cubicBezTo>
                <a:cubicBezTo>
                  <a:pt x="595" y="655"/>
                  <a:pt x="598" y="661"/>
                  <a:pt x="595" y="666"/>
                </a:cubicBezTo>
                <a:lnTo>
                  <a:pt x="535" y="792"/>
                </a:lnTo>
                <a:cubicBezTo>
                  <a:pt x="533" y="797"/>
                  <a:pt x="527" y="799"/>
                  <a:pt x="522" y="797"/>
                </a:cubicBezTo>
                <a:cubicBezTo>
                  <a:pt x="517" y="795"/>
                  <a:pt x="515" y="789"/>
                  <a:pt x="517" y="784"/>
                </a:cubicBezTo>
                <a:close/>
                <a:moveTo>
                  <a:pt x="620" y="567"/>
                </a:moveTo>
                <a:lnTo>
                  <a:pt x="680" y="440"/>
                </a:lnTo>
                <a:cubicBezTo>
                  <a:pt x="682" y="435"/>
                  <a:pt x="688" y="433"/>
                  <a:pt x="693" y="436"/>
                </a:cubicBezTo>
                <a:cubicBezTo>
                  <a:pt x="698" y="438"/>
                  <a:pt x="701" y="444"/>
                  <a:pt x="698" y="449"/>
                </a:cubicBezTo>
                <a:lnTo>
                  <a:pt x="638" y="576"/>
                </a:lnTo>
                <a:cubicBezTo>
                  <a:pt x="636" y="581"/>
                  <a:pt x="630" y="583"/>
                  <a:pt x="625" y="580"/>
                </a:cubicBezTo>
                <a:cubicBezTo>
                  <a:pt x="620" y="578"/>
                  <a:pt x="618" y="572"/>
                  <a:pt x="620" y="567"/>
                </a:cubicBezTo>
                <a:close/>
                <a:moveTo>
                  <a:pt x="723" y="350"/>
                </a:moveTo>
                <a:lnTo>
                  <a:pt x="783" y="224"/>
                </a:lnTo>
                <a:cubicBezTo>
                  <a:pt x="785" y="219"/>
                  <a:pt x="791" y="217"/>
                  <a:pt x="796" y="219"/>
                </a:cubicBezTo>
                <a:cubicBezTo>
                  <a:pt x="801" y="221"/>
                  <a:pt x="803" y="227"/>
                  <a:pt x="801" y="232"/>
                </a:cubicBezTo>
                <a:lnTo>
                  <a:pt x="741" y="359"/>
                </a:lnTo>
                <a:cubicBezTo>
                  <a:pt x="739" y="364"/>
                  <a:pt x="733" y="366"/>
                  <a:pt x="728" y="363"/>
                </a:cubicBezTo>
                <a:cubicBezTo>
                  <a:pt x="723" y="361"/>
                  <a:pt x="721" y="355"/>
                  <a:pt x="723" y="350"/>
                </a:cubicBezTo>
                <a:close/>
                <a:moveTo>
                  <a:pt x="826" y="133"/>
                </a:moveTo>
                <a:lnTo>
                  <a:pt x="886" y="7"/>
                </a:lnTo>
                <a:cubicBezTo>
                  <a:pt x="888" y="2"/>
                  <a:pt x="894" y="0"/>
                  <a:pt x="899" y="2"/>
                </a:cubicBezTo>
                <a:cubicBezTo>
                  <a:pt x="904" y="4"/>
                  <a:pt x="906" y="10"/>
                  <a:pt x="904" y="15"/>
                </a:cubicBezTo>
                <a:lnTo>
                  <a:pt x="844" y="142"/>
                </a:lnTo>
                <a:cubicBezTo>
                  <a:pt x="842" y="147"/>
                  <a:pt x="836" y="149"/>
                  <a:pt x="831" y="147"/>
                </a:cubicBezTo>
                <a:cubicBezTo>
                  <a:pt x="826" y="144"/>
                  <a:pt x="823" y="138"/>
                  <a:pt x="826" y="133"/>
                </a:cubicBezTo>
                <a:close/>
              </a:path>
            </a:pathLst>
          </a:custGeom>
          <a:solidFill>
            <a:schemeClr val="bg1"/>
          </a:solidFill>
          <a:ln w="9525" cap="flat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07" name="Freeform 399">
            <a:extLst>
              <a:ext uri="{FF2B5EF4-FFF2-40B4-BE49-F238E27FC236}">
                <a16:creationId xmlns:a16="http://schemas.microsoft.com/office/drawing/2014/main" id="{C485156C-D19A-4179-AB5C-1F07A715D24F}"/>
              </a:ext>
            </a:extLst>
          </p:cNvPr>
          <p:cNvSpPr>
            <a:spLocks/>
          </p:cNvSpPr>
          <p:nvPr/>
        </p:nvSpPr>
        <p:spPr bwMode="auto">
          <a:xfrm>
            <a:off x="4816476" y="5194301"/>
            <a:ext cx="55563" cy="41275"/>
          </a:xfrm>
          <a:custGeom>
            <a:avLst/>
            <a:gdLst>
              <a:gd name="T0" fmla="*/ 35 w 35"/>
              <a:gd name="T1" fmla="*/ 26 h 26"/>
              <a:gd name="T2" fmla="*/ 26 w 35"/>
              <a:gd name="T3" fmla="*/ 0 h 26"/>
              <a:gd name="T4" fmla="*/ 0 w 35"/>
              <a:gd name="T5" fmla="*/ 9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5" h="26">
                <a:moveTo>
                  <a:pt x="35" y="26"/>
                </a:moveTo>
                <a:lnTo>
                  <a:pt x="26" y="0"/>
                </a:lnTo>
                <a:lnTo>
                  <a:pt x="0" y="9"/>
                </a:lnTo>
              </a:path>
            </a:pathLst>
          </a:cu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411" name="Группа 410">
            <a:extLst>
              <a:ext uri="{FF2B5EF4-FFF2-40B4-BE49-F238E27FC236}">
                <a16:creationId xmlns:a16="http://schemas.microsoft.com/office/drawing/2014/main" id="{60276F07-30D3-4209-BFD0-B6C98D6644FF}"/>
              </a:ext>
            </a:extLst>
          </p:cNvPr>
          <p:cNvGrpSpPr/>
          <p:nvPr/>
        </p:nvGrpSpPr>
        <p:grpSpPr>
          <a:xfrm>
            <a:off x="9748394" y="2891632"/>
            <a:ext cx="682879" cy="123111"/>
            <a:chOff x="12047468" y="2327990"/>
            <a:chExt cx="682879" cy="123111"/>
          </a:xfrm>
        </p:grpSpPr>
        <p:sp>
          <p:nvSpPr>
            <p:cNvPr id="412" name="Rectangle 278">
              <a:extLst>
                <a:ext uri="{FF2B5EF4-FFF2-40B4-BE49-F238E27FC236}">
                  <a16:creationId xmlns:a16="http://schemas.microsoft.com/office/drawing/2014/main" id="{427FEF8E-CDA2-4DAA-98FC-E2F517D5A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53630"/>
              <a:ext cx="682879" cy="90487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3" name="Rectangle 279">
              <a:extLst>
                <a:ext uri="{FF2B5EF4-FFF2-40B4-BE49-F238E27FC236}">
                  <a16:creationId xmlns:a16="http://schemas.microsoft.com/office/drawing/2014/main" id="{856976CD-3892-4956-94BB-C801AB28F8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27990"/>
              <a:ext cx="68287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Calibri" panose="020F0502020204030204" pitchFamily="34" charset="0"/>
                </a:rPr>
                <a:t>&lt;&lt;расширить&gt;&gt;</a:t>
              </a:r>
              <a:endPara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14" name="Группа 413">
            <a:extLst>
              <a:ext uri="{FF2B5EF4-FFF2-40B4-BE49-F238E27FC236}">
                <a16:creationId xmlns:a16="http://schemas.microsoft.com/office/drawing/2014/main" id="{CEE4F86B-1C05-4210-8544-BBA949274655}"/>
              </a:ext>
            </a:extLst>
          </p:cNvPr>
          <p:cNvGrpSpPr/>
          <p:nvPr/>
        </p:nvGrpSpPr>
        <p:grpSpPr>
          <a:xfrm>
            <a:off x="9681415" y="3275727"/>
            <a:ext cx="682879" cy="123111"/>
            <a:chOff x="12047468" y="2327990"/>
            <a:chExt cx="682879" cy="123111"/>
          </a:xfrm>
        </p:grpSpPr>
        <p:sp>
          <p:nvSpPr>
            <p:cNvPr id="415" name="Rectangle 278">
              <a:extLst>
                <a:ext uri="{FF2B5EF4-FFF2-40B4-BE49-F238E27FC236}">
                  <a16:creationId xmlns:a16="http://schemas.microsoft.com/office/drawing/2014/main" id="{9B4F6799-7395-4AE8-93B6-8F1C9C5BE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53630"/>
              <a:ext cx="682879" cy="90487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6" name="Rectangle 279">
              <a:extLst>
                <a:ext uri="{FF2B5EF4-FFF2-40B4-BE49-F238E27FC236}">
                  <a16:creationId xmlns:a16="http://schemas.microsoft.com/office/drawing/2014/main" id="{C330BB3C-26B2-4CDC-ADB5-C6365B50B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27990"/>
              <a:ext cx="68287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Calibri" panose="020F0502020204030204" pitchFamily="34" charset="0"/>
                </a:rPr>
                <a:t>&lt;&lt;расширить&gt;&gt;</a:t>
              </a:r>
              <a:endPara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17" name="Группа 416">
            <a:extLst>
              <a:ext uri="{FF2B5EF4-FFF2-40B4-BE49-F238E27FC236}">
                <a16:creationId xmlns:a16="http://schemas.microsoft.com/office/drawing/2014/main" id="{BD095BC6-6DED-45C7-A2DD-01F451ECC2B0}"/>
              </a:ext>
            </a:extLst>
          </p:cNvPr>
          <p:cNvGrpSpPr/>
          <p:nvPr/>
        </p:nvGrpSpPr>
        <p:grpSpPr>
          <a:xfrm>
            <a:off x="9271997" y="3623032"/>
            <a:ext cx="682879" cy="123111"/>
            <a:chOff x="12047468" y="2327990"/>
            <a:chExt cx="682879" cy="123111"/>
          </a:xfrm>
        </p:grpSpPr>
        <p:sp>
          <p:nvSpPr>
            <p:cNvPr id="418" name="Rectangle 278">
              <a:extLst>
                <a:ext uri="{FF2B5EF4-FFF2-40B4-BE49-F238E27FC236}">
                  <a16:creationId xmlns:a16="http://schemas.microsoft.com/office/drawing/2014/main" id="{CF2C78C5-AB9D-41A8-B847-01A951819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53630"/>
              <a:ext cx="682879" cy="90487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9" name="Rectangle 279">
              <a:extLst>
                <a:ext uri="{FF2B5EF4-FFF2-40B4-BE49-F238E27FC236}">
                  <a16:creationId xmlns:a16="http://schemas.microsoft.com/office/drawing/2014/main" id="{687367B7-38C7-49D5-8871-8F6460635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27990"/>
              <a:ext cx="68287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Calibri" panose="020F0502020204030204" pitchFamily="34" charset="0"/>
                </a:rPr>
                <a:t>&lt;&lt;расширить&gt;&gt;</a:t>
              </a:r>
              <a:endPara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20" name="Группа 419">
            <a:extLst>
              <a:ext uri="{FF2B5EF4-FFF2-40B4-BE49-F238E27FC236}">
                <a16:creationId xmlns:a16="http://schemas.microsoft.com/office/drawing/2014/main" id="{FC3A77C9-47B3-4F9D-946A-C57DAF470C8B}"/>
              </a:ext>
            </a:extLst>
          </p:cNvPr>
          <p:cNvGrpSpPr/>
          <p:nvPr/>
        </p:nvGrpSpPr>
        <p:grpSpPr>
          <a:xfrm>
            <a:off x="5028642" y="5632807"/>
            <a:ext cx="682879" cy="123111"/>
            <a:chOff x="12047468" y="2327990"/>
            <a:chExt cx="682879" cy="123111"/>
          </a:xfrm>
        </p:grpSpPr>
        <p:sp>
          <p:nvSpPr>
            <p:cNvPr id="421" name="Rectangle 278">
              <a:extLst>
                <a:ext uri="{FF2B5EF4-FFF2-40B4-BE49-F238E27FC236}">
                  <a16:creationId xmlns:a16="http://schemas.microsoft.com/office/drawing/2014/main" id="{A8B51F83-AE3F-4CBF-9C9F-24609F8D1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53630"/>
              <a:ext cx="682879" cy="90487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2" name="Rectangle 279">
              <a:extLst>
                <a:ext uri="{FF2B5EF4-FFF2-40B4-BE49-F238E27FC236}">
                  <a16:creationId xmlns:a16="http://schemas.microsoft.com/office/drawing/2014/main" id="{AC898BD5-F688-4337-9EF4-DC4926F76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27990"/>
              <a:ext cx="68287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Calibri" panose="020F0502020204030204" pitchFamily="34" charset="0"/>
                </a:rPr>
                <a:t>&lt;&lt;расширить&gt;&gt;</a:t>
              </a:r>
              <a:endPara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23" name="Группа 422">
            <a:extLst>
              <a:ext uri="{FF2B5EF4-FFF2-40B4-BE49-F238E27FC236}">
                <a16:creationId xmlns:a16="http://schemas.microsoft.com/office/drawing/2014/main" id="{C1864DB8-7595-471D-B297-1DCF047776F1}"/>
              </a:ext>
            </a:extLst>
          </p:cNvPr>
          <p:cNvGrpSpPr/>
          <p:nvPr/>
        </p:nvGrpSpPr>
        <p:grpSpPr>
          <a:xfrm>
            <a:off x="5445640" y="5223589"/>
            <a:ext cx="682879" cy="123111"/>
            <a:chOff x="12047468" y="2327990"/>
            <a:chExt cx="682879" cy="123111"/>
          </a:xfrm>
        </p:grpSpPr>
        <p:sp>
          <p:nvSpPr>
            <p:cNvPr id="424" name="Rectangle 278">
              <a:extLst>
                <a:ext uri="{FF2B5EF4-FFF2-40B4-BE49-F238E27FC236}">
                  <a16:creationId xmlns:a16="http://schemas.microsoft.com/office/drawing/2014/main" id="{753DD9F7-1A35-4F83-800F-BF0D6348B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53630"/>
              <a:ext cx="682879" cy="90487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5" name="Rectangle 279">
              <a:extLst>
                <a:ext uri="{FF2B5EF4-FFF2-40B4-BE49-F238E27FC236}">
                  <a16:creationId xmlns:a16="http://schemas.microsoft.com/office/drawing/2014/main" id="{8123AC37-DD8D-4931-8063-508F7BF02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27990"/>
              <a:ext cx="68287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Calibri" panose="020F0502020204030204" pitchFamily="34" charset="0"/>
                </a:rPr>
                <a:t>&lt;&lt;расширить&gt;&gt;</a:t>
              </a:r>
              <a:endPara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26" name="Группа 425">
            <a:extLst>
              <a:ext uri="{FF2B5EF4-FFF2-40B4-BE49-F238E27FC236}">
                <a16:creationId xmlns:a16="http://schemas.microsoft.com/office/drawing/2014/main" id="{065B1D22-62BD-4FB2-B2C1-62714E7B574A}"/>
              </a:ext>
            </a:extLst>
          </p:cNvPr>
          <p:cNvGrpSpPr/>
          <p:nvPr/>
        </p:nvGrpSpPr>
        <p:grpSpPr>
          <a:xfrm>
            <a:off x="6822304" y="5146625"/>
            <a:ext cx="682879" cy="123111"/>
            <a:chOff x="12047468" y="2327990"/>
            <a:chExt cx="682879" cy="123111"/>
          </a:xfrm>
        </p:grpSpPr>
        <p:sp>
          <p:nvSpPr>
            <p:cNvPr id="427" name="Rectangle 278">
              <a:extLst>
                <a:ext uri="{FF2B5EF4-FFF2-40B4-BE49-F238E27FC236}">
                  <a16:creationId xmlns:a16="http://schemas.microsoft.com/office/drawing/2014/main" id="{9EE815C4-0520-4537-B8A2-14DDE2A13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53630"/>
              <a:ext cx="682879" cy="90487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8" name="Rectangle 279">
              <a:extLst>
                <a:ext uri="{FF2B5EF4-FFF2-40B4-BE49-F238E27FC236}">
                  <a16:creationId xmlns:a16="http://schemas.microsoft.com/office/drawing/2014/main" id="{A36610A0-E8CA-48E8-9E87-CA8754C04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27990"/>
              <a:ext cx="68287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Calibri" panose="020F0502020204030204" pitchFamily="34" charset="0"/>
                </a:rPr>
                <a:t>&lt;&lt;расширить&gt;&gt;</a:t>
              </a:r>
              <a:endPara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29" name="Группа 428">
            <a:extLst>
              <a:ext uri="{FF2B5EF4-FFF2-40B4-BE49-F238E27FC236}">
                <a16:creationId xmlns:a16="http://schemas.microsoft.com/office/drawing/2014/main" id="{D194EC06-FDAA-4729-93E3-DA7F14FC0610}"/>
              </a:ext>
            </a:extLst>
          </p:cNvPr>
          <p:cNvGrpSpPr/>
          <p:nvPr/>
        </p:nvGrpSpPr>
        <p:grpSpPr>
          <a:xfrm>
            <a:off x="7474553" y="4984104"/>
            <a:ext cx="682879" cy="123111"/>
            <a:chOff x="12047468" y="2327990"/>
            <a:chExt cx="682879" cy="123111"/>
          </a:xfrm>
        </p:grpSpPr>
        <p:sp>
          <p:nvSpPr>
            <p:cNvPr id="430" name="Rectangle 278">
              <a:extLst>
                <a:ext uri="{FF2B5EF4-FFF2-40B4-BE49-F238E27FC236}">
                  <a16:creationId xmlns:a16="http://schemas.microsoft.com/office/drawing/2014/main" id="{ABDD0692-2C51-4DD6-AACF-574626B0B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53630"/>
              <a:ext cx="682879" cy="90487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1" name="Rectangle 279">
              <a:extLst>
                <a:ext uri="{FF2B5EF4-FFF2-40B4-BE49-F238E27FC236}">
                  <a16:creationId xmlns:a16="http://schemas.microsoft.com/office/drawing/2014/main" id="{4CB65049-28D1-4A89-BB4E-AD9F7E8153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27990"/>
              <a:ext cx="68287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Calibri" panose="020F0502020204030204" pitchFamily="34" charset="0"/>
                </a:rPr>
                <a:t>&lt;&lt;расширить&gt;&gt;</a:t>
              </a:r>
              <a:endPara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32" name="Группа 431">
            <a:extLst>
              <a:ext uri="{FF2B5EF4-FFF2-40B4-BE49-F238E27FC236}">
                <a16:creationId xmlns:a16="http://schemas.microsoft.com/office/drawing/2014/main" id="{755EA8EA-0604-4529-89DB-B9EBBA273C17}"/>
              </a:ext>
            </a:extLst>
          </p:cNvPr>
          <p:cNvGrpSpPr/>
          <p:nvPr/>
        </p:nvGrpSpPr>
        <p:grpSpPr>
          <a:xfrm>
            <a:off x="7724671" y="4602520"/>
            <a:ext cx="682879" cy="123111"/>
            <a:chOff x="12047468" y="2327990"/>
            <a:chExt cx="682879" cy="123111"/>
          </a:xfrm>
        </p:grpSpPr>
        <p:sp>
          <p:nvSpPr>
            <p:cNvPr id="433" name="Rectangle 278">
              <a:extLst>
                <a:ext uri="{FF2B5EF4-FFF2-40B4-BE49-F238E27FC236}">
                  <a16:creationId xmlns:a16="http://schemas.microsoft.com/office/drawing/2014/main" id="{0E102066-5CEF-4FFF-9F16-61E082C0C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53630"/>
              <a:ext cx="682879" cy="90487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4" name="Rectangle 279">
              <a:extLst>
                <a:ext uri="{FF2B5EF4-FFF2-40B4-BE49-F238E27FC236}">
                  <a16:creationId xmlns:a16="http://schemas.microsoft.com/office/drawing/2014/main" id="{97C4C4A8-AFCF-4392-A6C6-800AA52CF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27990"/>
              <a:ext cx="68287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Calibri" panose="020F0502020204030204" pitchFamily="34" charset="0"/>
                </a:rPr>
                <a:t>&lt;&lt;расширить&gt;&gt;</a:t>
              </a:r>
              <a:endPara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41" name="Группа 440">
            <a:extLst>
              <a:ext uri="{FF2B5EF4-FFF2-40B4-BE49-F238E27FC236}">
                <a16:creationId xmlns:a16="http://schemas.microsoft.com/office/drawing/2014/main" id="{58CD5322-E46B-470F-AF49-5FD8644A0FCE}"/>
              </a:ext>
            </a:extLst>
          </p:cNvPr>
          <p:cNvGrpSpPr/>
          <p:nvPr/>
        </p:nvGrpSpPr>
        <p:grpSpPr>
          <a:xfrm>
            <a:off x="2865452" y="5409328"/>
            <a:ext cx="682879" cy="123111"/>
            <a:chOff x="12047468" y="2327990"/>
            <a:chExt cx="682879" cy="123111"/>
          </a:xfrm>
        </p:grpSpPr>
        <p:sp>
          <p:nvSpPr>
            <p:cNvPr id="442" name="Rectangle 278">
              <a:extLst>
                <a:ext uri="{FF2B5EF4-FFF2-40B4-BE49-F238E27FC236}">
                  <a16:creationId xmlns:a16="http://schemas.microsoft.com/office/drawing/2014/main" id="{06BE34BA-8C04-4D81-8AC5-1530823A1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53630"/>
              <a:ext cx="682879" cy="90487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3" name="Rectangle 279">
              <a:extLst>
                <a:ext uri="{FF2B5EF4-FFF2-40B4-BE49-F238E27FC236}">
                  <a16:creationId xmlns:a16="http://schemas.microsoft.com/office/drawing/2014/main" id="{76959BDD-DE03-4F06-81EC-DF8DDE38E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27990"/>
              <a:ext cx="68287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Calibri" panose="020F0502020204030204" pitchFamily="34" charset="0"/>
                </a:rPr>
                <a:t>&lt;&lt;расширить&gt;&gt;</a:t>
              </a:r>
              <a:endPara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44" name="Группа 443">
            <a:extLst>
              <a:ext uri="{FF2B5EF4-FFF2-40B4-BE49-F238E27FC236}">
                <a16:creationId xmlns:a16="http://schemas.microsoft.com/office/drawing/2014/main" id="{6F9A780E-C69B-4B19-9F55-5DBF87A0F451}"/>
              </a:ext>
            </a:extLst>
          </p:cNvPr>
          <p:cNvGrpSpPr/>
          <p:nvPr/>
        </p:nvGrpSpPr>
        <p:grpSpPr>
          <a:xfrm>
            <a:off x="2042860" y="5145187"/>
            <a:ext cx="682879" cy="123111"/>
            <a:chOff x="12047468" y="2327990"/>
            <a:chExt cx="682879" cy="123111"/>
          </a:xfrm>
        </p:grpSpPr>
        <p:sp>
          <p:nvSpPr>
            <p:cNvPr id="445" name="Rectangle 278">
              <a:extLst>
                <a:ext uri="{FF2B5EF4-FFF2-40B4-BE49-F238E27FC236}">
                  <a16:creationId xmlns:a16="http://schemas.microsoft.com/office/drawing/2014/main" id="{B8507B0C-2F3F-44AE-83E6-E2861DEAD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53630"/>
              <a:ext cx="682879" cy="90487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6" name="Rectangle 279">
              <a:extLst>
                <a:ext uri="{FF2B5EF4-FFF2-40B4-BE49-F238E27FC236}">
                  <a16:creationId xmlns:a16="http://schemas.microsoft.com/office/drawing/2014/main" id="{4098798C-9232-4978-8ECC-DEF372992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27990"/>
              <a:ext cx="68287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Calibri" panose="020F0502020204030204" pitchFamily="34" charset="0"/>
                </a:rPr>
                <a:t>&lt;&lt;расширить&gt;&gt;</a:t>
              </a:r>
              <a:endPara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47" name="Группа 446">
            <a:extLst>
              <a:ext uri="{FF2B5EF4-FFF2-40B4-BE49-F238E27FC236}">
                <a16:creationId xmlns:a16="http://schemas.microsoft.com/office/drawing/2014/main" id="{5FF70A40-1691-48E2-8D25-CEFCF0A8737B}"/>
              </a:ext>
            </a:extLst>
          </p:cNvPr>
          <p:cNvGrpSpPr/>
          <p:nvPr/>
        </p:nvGrpSpPr>
        <p:grpSpPr>
          <a:xfrm>
            <a:off x="3731166" y="4893032"/>
            <a:ext cx="682879" cy="123111"/>
            <a:chOff x="12047468" y="2327990"/>
            <a:chExt cx="682879" cy="123111"/>
          </a:xfrm>
        </p:grpSpPr>
        <p:sp>
          <p:nvSpPr>
            <p:cNvPr id="448" name="Rectangle 278">
              <a:extLst>
                <a:ext uri="{FF2B5EF4-FFF2-40B4-BE49-F238E27FC236}">
                  <a16:creationId xmlns:a16="http://schemas.microsoft.com/office/drawing/2014/main" id="{C389643A-8528-4E53-A06F-DABE01049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53630"/>
              <a:ext cx="682879" cy="90487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9" name="Rectangle 279">
              <a:extLst>
                <a:ext uri="{FF2B5EF4-FFF2-40B4-BE49-F238E27FC236}">
                  <a16:creationId xmlns:a16="http://schemas.microsoft.com/office/drawing/2014/main" id="{63E2F89D-E104-42CB-AC14-20BD0C045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27990"/>
              <a:ext cx="68287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Calibri" panose="020F0502020204030204" pitchFamily="34" charset="0"/>
                </a:rPr>
                <a:t>&lt;&lt;расширить&gt;&gt;</a:t>
              </a:r>
              <a:endPara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50" name="Группа 449">
            <a:extLst>
              <a:ext uri="{FF2B5EF4-FFF2-40B4-BE49-F238E27FC236}">
                <a16:creationId xmlns:a16="http://schemas.microsoft.com/office/drawing/2014/main" id="{12E5FF64-4E4B-43F0-A5A9-1C093667FF49}"/>
              </a:ext>
            </a:extLst>
          </p:cNvPr>
          <p:cNvGrpSpPr/>
          <p:nvPr/>
        </p:nvGrpSpPr>
        <p:grpSpPr>
          <a:xfrm>
            <a:off x="2556545" y="3904417"/>
            <a:ext cx="682879" cy="123111"/>
            <a:chOff x="12047468" y="2327990"/>
            <a:chExt cx="682879" cy="123111"/>
          </a:xfrm>
        </p:grpSpPr>
        <p:sp>
          <p:nvSpPr>
            <p:cNvPr id="451" name="Rectangle 278">
              <a:extLst>
                <a:ext uri="{FF2B5EF4-FFF2-40B4-BE49-F238E27FC236}">
                  <a16:creationId xmlns:a16="http://schemas.microsoft.com/office/drawing/2014/main" id="{C7509295-0EED-46D1-B23C-2C86E91AB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53630"/>
              <a:ext cx="682879" cy="90487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2" name="Rectangle 279">
              <a:extLst>
                <a:ext uri="{FF2B5EF4-FFF2-40B4-BE49-F238E27FC236}">
                  <a16:creationId xmlns:a16="http://schemas.microsoft.com/office/drawing/2014/main" id="{BAF5AABE-978C-49E2-B4D8-9E5DFB8C7E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27990"/>
              <a:ext cx="68287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Calibri" panose="020F0502020204030204" pitchFamily="34" charset="0"/>
                </a:rPr>
                <a:t>&lt;&lt;расширить&gt;&gt;</a:t>
              </a:r>
              <a:endPara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53" name="Группа 452">
            <a:extLst>
              <a:ext uri="{FF2B5EF4-FFF2-40B4-BE49-F238E27FC236}">
                <a16:creationId xmlns:a16="http://schemas.microsoft.com/office/drawing/2014/main" id="{8756B36B-16D4-4DBC-B986-BF6A4DA5E2E6}"/>
              </a:ext>
            </a:extLst>
          </p:cNvPr>
          <p:cNvGrpSpPr/>
          <p:nvPr/>
        </p:nvGrpSpPr>
        <p:grpSpPr>
          <a:xfrm>
            <a:off x="2664239" y="2674940"/>
            <a:ext cx="682879" cy="123111"/>
            <a:chOff x="12047468" y="2327990"/>
            <a:chExt cx="682879" cy="123111"/>
          </a:xfrm>
        </p:grpSpPr>
        <p:sp>
          <p:nvSpPr>
            <p:cNvPr id="454" name="Rectangle 278">
              <a:extLst>
                <a:ext uri="{FF2B5EF4-FFF2-40B4-BE49-F238E27FC236}">
                  <a16:creationId xmlns:a16="http://schemas.microsoft.com/office/drawing/2014/main" id="{5DB2C5E9-3B90-49B2-8ACD-04065A5B9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53630"/>
              <a:ext cx="682879" cy="90487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5" name="Rectangle 279">
              <a:extLst>
                <a:ext uri="{FF2B5EF4-FFF2-40B4-BE49-F238E27FC236}">
                  <a16:creationId xmlns:a16="http://schemas.microsoft.com/office/drawing/2014/main" id="{97732140-A00A-4D2A-8366-785874B3E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27990"/>
              <a:ext cx="68287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Calibri" panose="020F0502020204030204" pitchFamily="34" charset="0"/>
                </a:rPr>
                <a:t>&lt;&lt;расширить&gt;&gt;</a:t>
              </a:r>
              <a:endPara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56" name="Группа 455">
            <a:extLst>
              <a:ext uri="{FF2B5EF4-FFF2-40B4-BE49-F238E27FC236}">
                <a16:creationId xmlns:a16="http://schemas.microsoft.com/office/drawing/2014/main" id="{30B5E8C0-276C-4726-8DD7-1807923984E2}"/>
              </a:ext>
            </a:extLst>
          </p:cNvPr>
          <p:cNvGrpSpPr/>
          <p:nvPr/>
        </p:nvGrpSpPr>
        <p:grpSpPr>
          <a:xfrm>
            <a:off x="2230978" y="3049865"/>
            <a:ext cx="682879" cy="123111"/>
            <a:chOff x="12047468" y="2327990"/>
            <a:chExt cx="682879" cy="123111"/>
          </a:xfrm>
        </p:grpSpPr>
        <p:sp>
          <p:nvSpPr>
            <p:cNvPr id="457" name="Rectangle 278">
              <a:extLst>
                <a:ext uri="{FF2B5EF4-FFF2-40B4-BE49-F238E27FC236}">
                  <a16:creationId xmlns:a16="http://schemas.microsoft.com/office/drawing/2014/main" id="{9901A3CD-2BA0-4917-B9BA-FC1343EBB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53630"/>
              <a:ext cx="682879" cy="90487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8" name="Rectangle 279">
              <a:extLst>
                <a:ext uri="{FF2B5EF4-FFF2-40B4-BE49-F238E27FC236}">
                  <a16:creationId xmlns:a16="http://schemas.microsoft.com/office/drawing/2014/main" id="{7A449B93-0F92-4EC4-B12D-6E07F57A6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27990"/>
              <a:ext cx="621965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Calibri" panose="020F0502020204030204" pitchFamily="34" charset="0"/>
                </a:rPr>
                <a:t>&lt;&lt;</a:t>
              </a:r>
              <a:r>
                <a:rPr lang="ru-RU" altLang="ru-RU" sz="800" dirty="0">
                  <a:solidFill>
                    <a:schemeClr val="bg1"/>
                  </a:solidFill>
                  <a:latin typeface="Calibri" panose="020F0502020204030204" pitchFamily="34" charset="0"/>
                </a:rPr>
                <a:t>включит</a:t>
              </a:r>
              <a:r>
                <a:rPr kumimoji="0" lang="ru-RU" altLang="ru-RU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Calibri" panose="020F0502020204030204" pitchFamily="34" charset="0"/>
                </a:rPr>
                <a:t>ь&gt;&gt;</a:t>
              </a:r>
              <a:endPara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59" name="Группа 458">
            <a:extLst>
              <a:ext uri="{FF2B5EF4-FFF2-40B4-BE49-F238E27FC236}">
                <a16:creationId xmlns:a16="http://schemas.microsoft.com/office/drawing/2014/main" id="{1E2BD111-2D29-4D89-B0B3-16FB44BE135C}"/>
              </a:ext>
            </a:extLst>
          </p:cNvPr>
          <p:cNvGrpSpPr/>
          <p:nvPr/>
        </p:nvGrpSpPr>
        <p:grpSpPr>
          <a:xfrm>
            <a:off x="2019175" y="3583288"/>
            <a:ext cx="682879" cy="123111"/>
            <a:chOff x="12047468" y="2327990"/>
            <a:chExt cx="682879" cy="123111"/>
          </a:xfrm>
        </p:grpSpPr>
        <p:sp>
          <p:nvSpPr>
            <p:cNvPr id="460" name="Rectangle 278">
              <a:extLst>
                <a:ext uri="{FF2B5EF4-FFF2-40B4-BE49-F238E27FC236}">
                  <a16:creationId xmlns:a16="http://schemas.microsoft.com/office/drawing/2014/main" id="{F28C3BA1-78FD-4A99-936A-7129FEBB2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53630"/>
              <a:ext cx="682879" cy="90487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61" name="Rectangle 279">
              <a:extLst>
                <a:ext uri="{FF2B5EF4-FFF2-40B4-BE49-F238E27FC236}">
                  <a16:creationId xmlns:a16="http://schemas.microsoft.com/office/drawing/2014/main" id="{64236C12-F4F0-4F4F-A748-0F4679164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7468" y="2327990"/>
              <a:ext cx="621965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Calibri" panose="020F0502020204030204" pitchFamily="34" charset="0"/>
                </a:rPr>
                <a:t>&lt;&lt;</a:t>
              </a:r>
              <a:r>
                <a:rPr lang="ru-RU" altLang="ru-RU" sz="800" dirty="0">
                  <a:solidFill>
                    <a:schemeClr val="bg1"/>
                  </a:solidFill>
                  <a:latin typeface="Calibri" panose="020F0502020204030204" pitchFamily="34" charset="0"/>
                </a:rPr>
                <a:t>включит</a:t>
              </a:r>
              <a:r>
                <a:rPr kumimoji="0" lang="ru-RU" altLang="ru-RU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Calibri" panose="020F0502020204030204" pitchFamily="34" charset="0"/>
                </a:rPr>
                <a:t>ь&gt;&gt;</a:t>
              </a:r>
              <a:endPara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468" name="Rectangle 279">
            <a:extLst>
              <a:ext uri="{FF2B5EF4-FFF2-40B4-BE49-F238E27FC236}">
                <a16:creationId xmlns:a16="http://schemas.microsoft.com/office/drawing/2014/main" id="{11ABB139-3113-4388-8141-F67367983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469" name="Rectangle 279">
            <a:extLst>
              <a:ext uri="{FF2B5EF4-FFF2-40B4-BE49-F238E27FC236}">
                <a16:creationId xmlns:a16="http://schemas.microsoft.com/office/drawing/2014/main" id="{C77AD95B-6688-4E73-8844-658EE305A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10B981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10B98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470" name="Rectangle 279">
            <a:extLst>
              <a:ext uri="{FF2B5EF4-FFF2-40B4-BE49-F238E27FC236}">
                <a16:creationId xmlns:a16="http://schemas.microsoft.com/office/drawing/2014/main" id="{B215E21A-807A-4A60-A2B7-49987FA34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472" name="Rectangle 279">
            <a:extLst>
              <a:ext uri="{FF2B5EF4-FFF2-40B4-BE49-F238E27FC236}">
                <a16:creationId xmlns:a16="http://schemas.microsoft.com/office/drawing/2014/main" id="{C14AEEA8-F564-4AAA-A0E2-0E9264AD4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474" name="Прямая соединительная линия 473">
            <a:extLst>
              <a:ext uri="{FF2B5EF4-FFF2-40B4-BE49-F238E27FC236}">
                <a16:creationId xmlns:a16="http://schemas.microsoft.com/office/drawing/2014/main" id="{338954C7-C783-4EC0-B145-C470A56EC7BD}"/>
              </a:ext>
            </a:extLst>
          </p:cNvPr>
          <p:cNvCxnSpPr>
            <a:cxnSpLocks/>
          </p:cNvCxnSpPr>
          <p:nvPr/>
        </p:nvCxnSpPr>
        <p:spPr>
          <a:xfrm>
            <a:off x="1443535" y="483306"/>
            <a:ext cx="1197605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8" name="Rectangle 279">
            <a:extLst>
              <a:ext uri="{FF2B5EF4-FFF2-40B4-BE49-F238E27FC236}">
                <a16:creationId xmlns:a16="http://schemas.microsoft.com/office/drawing/2014/main" id="{6B7A05DE-CD5C-4D0B-A312-60F3B880F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480" name="Rectangle 3">
            <a:extLst>
              <a:ext uri="{FF2B5EF4-FFF2-40B4-BE49-F238E27FC236}">
                <a16:creationId xmlns:a16="http://schemas.microsoft.com/office/drawing/2014/main" id="{94D4AF3D-BA2E-43D9-A1B5-50E919289ACD}"/>
              </a:ext>
            </a:extLst>
          </p:cNvPr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FB1741E0-6C00-418F-BDE1-061FD7B8F117}"/>
              </a:ext>
            </a:extLst>
          </p:cNvPr>
          <p:cNvSpPr txBox="1"/>
          <p:nvPr/>
        </p:nvSpPr>
        <p:spPr>
          <a:xfrm>
            <a:off x="790163" y="869789"/>
            <a:ext cx="66843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dirty="0"/>
              <a:t>ДИАГРАММА ПРЕЦЕДЕНТОВ</a:t>
            </a:r>
            <a:endParaRPr dirty="0"/>
          </a:p>
        </p:txBody>
      </p:sp>
      <p:sp>
        <p:nvSpPr>
          <p:cNvPr id="484" name="Овал 483">
            <a:extLst>
              <a:ext uri="{FF2B5EF4-FFF2-40B4-BE49-F238E27FC236}">
                <a16:creationId xmlns:a16="http://schemas.microsoft.com/office/drawing/2014/main" id="{8EF62444-3AF3-4466-816F-DB1CED46BBD5}"/>
              </a:ext>
            </a:extLst>
          </p:cNvPr>
          <p:cNvSpPr/>
          <p:nvPr/>
        </p:nvSpPr>
        <p:spPr>
          <a:xfrm>
            <a:off x="4760119" y="3448824"/>
            <a:ext cx="404813" cy="598528"/>
          </a:xfrm>
          <a:prstGeom prst="ellipse">
            <a:avLst/>
          </a:prstGeom>
          <a:solidFill>
            <a:schemeClr val="bg1">
              <a:alpha val="1000"/>
            </a:schemeClr>
          </a:solidFill>
          <a:ln>
            <a:noFill/>
          </a:ln>
          <a:effectLst>
            <a:glow rad="520700">
              <a:schemeClr val="bg1">
                <a:alpha val="31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7" name="Freeform 209">
            <a:extLst>
              <a:ext uri="{FF2B5EF4-FFF2-40B4-BE49-F238E27FC236}">
                <a16:creationId xmlns:a16="http://schemas.microsoft.com/office/drawing/2014/main" id="{A9CB2DB4-D28D-4FB8-9120-0AB9B9C75811}"/>
              </a:ext>
            </a:extLst>
          </p:cNvPr>
          <p:cNvSpPr>
            <a:spLocks noEditPoints="1"/>
          </p:cNvSpPr>
          <p:nvPr/>
        </p:nvSpPr>
        <p:spPr bwMode="auto">
          <a:xfrm>
            <a:off x="4812032" y="3398838"/>
            <a:ext cx="317500" cy="666750"/>
          </a:xfrm>
          <a:custGeom>
            <a:avLst/>
            <a:gdLst>
              <a:gd name="T0" fmla="*/ 181 w 907"/>
              <a:gd name="T1" fmla="*/ 1906 h 1906"/>
              <a:gd name="T2" fmla="*/ 181 w 907"/>
              <a:gd name="T3" fmla="*/ 953 h 1906"/>
              <a:gd name="T4" fmla="*/ 181 w 907"/>
              <a:gd name="T5" fmla="*/ 1334 h 1906"/>
              <a:gd name="T6" fmla="*/ 0 w 907"/>
              <a:gd name="T7" fmla="*/ 1334 h 1906"/>
              <a:gd name="T8" fmla="*/ 0 w 907"/>
              <a:gd name="T9" fmla="*/ 572 h 1906"/>
              <a:gd name="T10" fmla="*/ 90 w 907"/>
              <a:gd name="T11" fmla="*/ 477 h 1906"/>
              <a:gd name="T12" fmla="*/ 816 w 907"/>
              <a:gd name="T13" fmla="*/ 477 h 1906"/>
              <a:gd name="T14" fmla="*/ 907 w 907"/>
              <a:gd name="T15" fmla="*/ 572 h 1906"/>
              <a:gd name="T16" fmla="*/ 907 w 907"/>
              <a:gd name="T17" fmla="*/ 1334 h 1906"/>
              <a:gd name="T18" fmla="*/ 725 w 907"/>
              <a:gd name="T19" fmla="*/ 1334 h 1906"/>
              <a:gd name="T20" fmla="*/ 725 w 907"/>
              <a:gd name="T21" fmla="*/ 953 h 1906"/>
              <a:gd name="T22" fmla="*/ 725 w 907"/>
              <a:gd name="T23" fmla="*/ 1906 h 1906"/>
              <a:gd name="T24" fmla="*/ 453 w 907"/>
              <a:gd name="T25" fmla="*/ 1906 h 1906"/>
              <a:gd name="T26" fmla="*/ 453 w 907"/>
              <a:gd name="T27" fmla="*/ 1144 h 1906"/>
              <a:gd name="T28" fmla="*/ 453 w 907"/>
              <a:gd name="T29" fmla="*/ 1906 h 1906"/>
              <a:gd name="T30" fmla="*/ 181 w 907"/>
              <a:gd name="T31" fmla="*/ 1906 h 1906"/>
              <a:gd name="T32" fmla="*/ 644 w 907"/>
              <a:gd name="T33" fmla="*/ 191 h 1906"/>
              <a:gd name="T34" fmla="*/ 453 w 907"/>
              <a:gd name="T35" fmla="*/ 0 h 1906"/>
              <a:gd name="T36" fmla="*/ 263 w 907"/>
              <a:gd name="T37" fmla="*/ 191 h 1906"/>
              <a:gd name="T38" fmla="*/ 453 w 907"/>
              <a:gd name="T39" fmla="*/ 382 h 1906"/>
              <a:gd name="T40" fmla="*/ 644 w 907"/>
              <a:gd name="T41" fmla="*/ 191 h 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907" h="1906">
                <a:moveTo>
                  <a:pt x="181" y="1906"/>
                </a:moveTo>
                <a:lnTo>
                  <a:pt x="181" y="953"/>
                </a:lnTo>
                <a:lnTo>
                  <a:pt x="181" y="1334"/>
                </a:lnTo>
                <a:lnTo>
                  <a:pt x="0" y="1334"/>
                </a:lnTo>
                <a:lnTo>
                  <a:pt x="0" y="572"/>
                </a:lnTo>
                <a:lnTo>
                  <a:pt x="90" y="477"/>
                </a:lnTo>
                <a:lnTo>
                  <a:pt x="816" y="477"/>
                </a:lnTo>
                <a:lnTo>
                  <a:pt x="907" y="572"/>
                </a:lnTo>
                <a:lnTo>
                  <a:pt x="907" y="1334"/>
                </a:lnTo>
                <a:lnTo>
                  <a:pt x="725" y="1334"/>
                </a:lnTo>
                <a:lnTo>
                  <a:pt x="725" y="953"/>
                </a:lnTo>
                <a:lnTo>
                  <a:pt x="725" y="1906"/>
                </a:lnTo>
                <a:lnTo>
                  <a:pt x="453" y="1906"/>
                </a:lnTo>
                <a:lnTo>
                  <a:pt x="453" y="1144"/>
                </a:lnTo>
                <a:lnTo>
                  <a:pt x="453" y="1906"/>
                </a:lnTo>
                <a:lnTo>
                  <a:pt x="181" y="1906"/>
                </a:lnTo>
                <a:close/>
                <a:moveTo>
                  <a:pt x="644" y="191"/>
                </a:moveTo>
                <a:cubicBezTo>
                  <a:pt x="644" y="86"/>
                  <a:pt x="559" y="0"/>
                  <a:pt x="453" y="0"/>
                </a:cubicBezTo>
                <a:cubicBezTo>
                  <a:pt x="348" y="0"/>
                  <a:pt x="263" y="86"/>
                  <a:pt x="263" y="191"/>
                </a:cubicBezTo>
                <a:cubicBezTo>
                  <a:pt x="263" y="296"/>
                  <a:pt x="348" y="382"/>
                  <a:pt x="453" y="382"/>
                </a:cubicBezTo>
                <a:cubicBezTo>
                  <a:pt x="559" y="382"/>
                  <a:pt x="644" y="296"/>
                  <a:pt x="644" y="191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90" name="Овал 489">
            <a:extLst>
              <a:ext uri="{FF2B5EF4-FFF2-40B4-BE49-F238E27FC236}">
                <a16:creationId xmlns:a16="http://schemas.microsoft.com/office/drawing/2014/main" id="{45A8C3CD-33A1-471D-8C26-88D07DF2C924}"/>
              </a:ext>
            </a:extLst>
          </p:cNvPr>
          <p:cNvSpPr/>
          <p:nvPr/>
        </p:nvSpPr>
        <p:spPr>
          <a:xfrm>
            <a:off x="6864351" y="2528888"/>
            <a:ext cx="404813" cy="598528"/>
          </a:xfrm>
          <a:prstGeom prst="ellipse">
            <a:avLst/>
          </a:prstGeom>
          <a:solidFill>
            <a:schemeClr val="bg1">
              <a:alpha val="1000"/>
            </a:schemeClr>
          </a:solidFill>
          <a:ln>
            <a:noFill/>
          </a:ln>
          <a:effectLst>
            <a:glow rad="520700">
              <a:schemeClr val="bg1">
                <a:alpha val="31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2" name="Прямоугольник: скругленные углы 491">
            <a:extLst>
              <a:ext uri="{FF2B5EF4-FFF2-40B4-BE49-F238E27FC236}">
                <a16:creationId xmlns:a16="http://schemas.microsoft.com/office/drawing/2014/main" id="{483B1816-37E8-4C65-B34E-8CBC6D6E9C21}"/>
              </a:ext>
            </a:extLst>
          </p:cNvPr>
          <p:cNvSpPr/>
          <p:nvPr/>
        </p:nvSpPr>
        <p:spPr>
          <a:xfrm>
            <a:off x="11443957" y="6532880"/>
            <a:ext cx="568357" cy="29280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35DCCDF3-D8B0-499B-93AB-FAAB938BC5F4}"/>
              </a:ext>
            </a:extLst>
          </p:cNvPr>
          <p:cNvSpPr txBox="1"/>
          <p:nvPr/>
        </p:nvSpPr>
        <p:spPr>
          <a:xfrm>
            <a:off x="11537273" y="6510007"/>
            <a:ext cx="3361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en-US" sz="1600" dirty="0">
                <a:solidFill>
                  <a:srgbClr val="10B981"/>
                </a:solidFill>
              </a:rPr>
              <a:t>4</a:t>
            </a:r>
            <a:endParaRPr sz="1600" dirty="0">
              <a:solidFill>
                <a:srgbClr val="10B98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0" grpId="0" animBg="1"/>
      <p:bldP spid="484" grpId="0" animBg="1"/>
      <p:bldP spid="49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40020A7-56E2-4A03-8103-14E5041213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7001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4" name="Rectangle 279">
            <a:extLst>
              <a:ext uri="{FF2B5EF4-FFF2-40B4-BE49-F238E27FC236}">
                <a16:creationId xmlns:a16="http://schemas.microsoft.com/office/drawing/2014/main" id="{53B1DB4C-072F-4828-BF8B-74129A265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5" name="Rectangle 279">
            <a:extLst>
              <a:ext uri="{FF2B5EF4-FFF2-40B4-BE49-F238E27FC236}">
                <a16:creationId xmlns:a16="http://schemas.microsoft.com/office/drawing/2014/main" id="{34F967CF-7366-44ED-A89F-9FA1956C1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10B981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10B98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6" name="Rectangle 279">
            <a:extLst>
              <a:ext uri="{FF2B5EF4-FFF2-40B4-BE49-F238E27FC236}">
                <a16:creationId xmlns:a16="http://schemas.microsoft.com/office/drawing/2014/main" id="{20A4909A-8191-4BFF-9897-14F98A020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8" name="Rectangle 279">
            <a:extLst>
              <a:ext uri="{FF2B5EF4-FFF2-40B4-BE49-F238E27FC236}">
                <a16:creationId xmlns:a16="http://schemas.microsoft.com/office/drawing/2014/main" id="{DEFB62F9-2E2D-4C43-8CF4-B9A515DB1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1B608515-31F5-4FAA-A8C7-1173CD756426}"/>
              </a:ext>
            </a:extLst>
          </p:cNvPr>
          <p:cNvCxnSpPr>
            <a:cxnSpLocks/>
          </p:cNvCxnSpPr>
          <p:nvPr/>
        </p:nvCxnSpPr>
        <p:spPr>
          <a:xfrm>
            <a:off x="1443535" y="483306"/>
            <a:ext cx="1197605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279">
            <a:extLst>
              <a:ext uri="{FF2B5EF4-FFF2-40B4-BE49-F238E27FC236}">
                <a16:creationId xmlns:a16="http://schemas.microsoft.com/office/drawing/2014/main" id="{85586320-1C8F-44EE-8C62-D09610A5C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B19C7253-EDB6-4DCB-9D36-5032548BE73D}"/>
              </a:ext>
            </a:extLst>
          </p:cNvPr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20F917-DBD1-4D1F-B60B-853508CE0586}"/>
              </a:ext>
            </a:extLst>
          </p:cNvPr>
          <p:cNvSpPr txBox="1"/>
          <p:nvPr/>
        </p:nvSpPr>
        <p:spPr>
          <a:xfrm>
            <a:off x="790163" y="869789"/>
            <a:ext cx="66843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dirty="0"/>
              <a:t>СХЕМА БАЗЫ ДАННЫХ</a:t>
            </a:r>
            <a:endParaRPr dirty="0"/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C9E6D953-2676-48D7-979E-4A9A2F9D1994}"/>
              </a:ext>
            </a:extLst>
          </p:cNvPr>
          <p:cNvSpPr/>
          <p:nvPr/>
        </p:nvSpPr>
        <p:spPr>
          <a:xfrm>
            <a:off x="11443957" y="6532880"/>
            <a:ext cx="568357" cy="29280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1A3698-A986-45AD-BB4B-9DA9E4CD42E2}"/>
              </a:ext>
            </a:extLst>
          </p:cNvPr>
          <p:cNvSpPr txBox="1"/>
          <p:nvPr/>
        </p:nvSpPr>
        <p:spPr>
          <a:xfrm>
            <a:off x="11560038" y="6508336"/>
            <a:ext cx="3361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en-US" sz="1600" dirty="0">
                <a:solidFill>
                  <a:srgbClr val="10B981"/>
                </a:solidFill>
              </a:rPr>
              <a:t>5</a:t>
            </a:r>
            <a:endParaRPr sz="1600" dirty="0">
              <a:solidFill>
                <a:srgbClr val="10B981"/>
              </a:solidFill>
            </a:endParaRPr>
          </a:p>
        </p:txBody>
      </p:sp>
      <p:sp>
        <p:nvSpPr>
          <p:cNvPr id="30" name="Freeform 9">
            <a:extLst>
              <a:ext uri="{FF2B5EF4-FFF2-40B4-BE49-F238E27FC236}">
                <a16:creationId xmlns:a16="http://schemas.microsoft.com/office/drawing/2014/main" id="{1DCF83A1-0886-49D3-A175-0168AD8C6C38}"/>
              </a:ext>
            </a:extLst>
          </p:cNvPr>
          <p:cNvSpPr/>
          <p:nvPr/>
        </p:nvSpPr>
        <p:spPr>
          <a:xfrm>
            <a:off x="643860" y="1621408"/>
            <a:ext cx="10800096" cy="5004394"/>
          </a:xfrm>
          <a:custGeom>
            <a:avLst/>
            <a:gdLst/>
            <a:ahLst/>
            <a:cxnLst/>
            <a:rect l="l" t="t" r="r" b="b"/>
            <a:pathLst>
              <a:path w="1332057" h="855413">
                <a:moveTo>
                  <a:pt x="53576" y="0"/>
                </a:moveTo>
                <a:lnTo>
                  <a:pt x="1278481" y="0"/>
                </a:lnTo>
                <a:cubicBezTo>
                  <a:pt x="1308070" y="0"/>
                  <a:pt x="1332057" y="23987"/>
                  <a:pt x="1332057" y="53576"/>
                </a:cubicBezTo>
                <a:lnTo>
                  <a:pt x="1332057" y="801837"/>
                </a:lnTo>
                <a:cubicBezTo>
                  <a:pt x="1332057" y="831426"/>
                  <a:pt x="1308070" y="855413"/>
                  <a:pt x="1278481" y="855413"/>
                </a:cubicBezTo>
                <a:lnTo>
                  <a:pt x="53576" y="855413"/>
                </a:lnTo>
                <a:cubicBezTo>
                  <a:pt x="23987" y="855413"/>
                  <a:pt x="0" y="831426"/>
                  <a:pt x="0" y="801837"/>
                </a:cubicBezTo>
                <a:lnTo>
                  <a:pt x="0" y="53576"/>
                </a:lnTo>
                <a:cubicBezTo>
                  <a:pt x="0" y="23987"/>
                  <a:pt x="23987" y="0"/>
                  <a:pt x="53576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5000"/>
                </a:srgbClr>
              </a:gs>
              <a:gs pos="50000">
                <a:srgbClr val="FFFFFF">
                  <a:alpha val="6000"/>
                </a:srgbClr>
              </a:gs>
              <a:gs pos="100000">
                <a:srgbClr val="FFFFFF">
                  <a:alpha val="18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40000"/>
                  </a:srgbClr>
                </a:gs>
              </a:gsLst>
              <a:lin ang="2700000"/>
            </a:gradFill>
            <a:prstDash val="solid"/>
            <a:round/>
          </a:ln>
        </p:spPr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066249-8827-4B98-8E99-2BEC0017522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48" y="1921717"/>
            <a:ext cx="8689466" cy="4528583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DA6F8E57-4AEA-44F8-88C6-E2246D7D8583}"/>
              </a:ext>
            </a:extLst>
          </p:cNvPr>
          <p:cNvSpPr txBox="1"/>
          <p:nvPr/>
        </p:nvSpPr>
        <p:spPr>
          <a:xfrm>
            <a:off x="9862794" y="2501930"/>
            <a:ext cx="1343212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400" spc="-127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9 таблиц:</a:t>
            </a:r>
          </a:p>
        </p:txBody>
      </p:sp>
      <p:sp>
        <p:nvSpPr>
          <p:cNvPr id="24" name="TextBox 17">
            <a:extLst>
              <a:ext uri="{FF2B5EF4-FFF2-40B4-BE49-F238E27FC236}">
                <a16:creationId xmlns:a16="http://schemas.microsoft.com/office/drawing/2014/main" id="{00E5A16F-3A19-486B-A54E-D257533909E9}"/>
              </a:ext>
            </a:extLst>
          </p:cNvPr>
          <p:cNvSpPr txBox="1"/>
          <p:nvPr/>
        </p:nvSpPr>
        <p:spPr>
          <a:xfrm>
            <a:off x="9590314" y="3038106"/>
            <a:ext cx="1810384" cy="2739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spc="-127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users</a:t>
            </a:r>
          </a:p>
          <a:p>
            <a:pPr algn="ctr"/>
            <a:r>
              <a:rPr lang="en-US" sz="1600" spc="-127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objects</a:t>
            </a:r>
          </a:p>
          <a:p>
            <a:pPr algn="ctr"/>
            <a:r>
              <a:rPr lang="en-US" sz="1600" spc="-127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reviews</a:t>
            </a:r>
          </a:p>
          <a:p>
            <a:pPr algn="ctr"/>
            <a:endParaRPr lang="ru-RU" sz="1600" spc="-127" dirty="0">
              <a:solidFill>
                <a:srgbClr val="FFFFFF"/>
              </a:solidFill>
              <a:latin typeface="Montserrat" panose="00000500000000000000" pitchFamily="2" charset="-52"/>
              <a:ea typeface="Anantason"/>
              <a:cs typeface="Anantason"/>
              <a:sym typeface="Anantason"/>
            </a:endParaRPr>
          </a:p>
          <a:p>
            <a:pPr algn="ctr"/>
            <a:r>
              <a:rPr lang="en-US" sz="1600" spc="-127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favorites</a:t>
            </a:r>
          </a:p>
          <a:p>
            <a:pPr algn="ctr"/>
            <a:r>
              <a:rPr lang="en-US" sz="1600" spc="-127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roles</a:t>
            </a:r>
          </a:p>
          <a:p>
            <a:pPr algn="ctr"/>
            <a:r>
              <a:rPr lang="en-US" sz="1600" spc="-127" dirty="0" err="1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type_object</a:t>
            </a:r>
            <a:endParaRPr lang="en-US" sz="1600" spc="-127" dirty="0">
              <a:solidFill>
                <a:srgbClr val="FFFFFF"/>
              </a:solidFill>
              <a:latin typeface="Montserrat" panose="00000500000000000000" pitchFamily="2" charset="-52"/>
              <a:ea typeface="Anantason"/>
              <a:cs typeface="Anantason"/>
              <a:sym typeface="Anantason"/>
            </a:endParaRPr>
          </a:p>
          <a:p>
            <a:pPr algn="ctr"/>
            <a:r>
              <a:rPr lang="en-US" sz="1600" spc="-127" dirty="0" err="1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review_categories</a:t>
            </a:r>
            <a:endParaRPr lang="en-US" sz="1600" spc="-127" dirty="0">
              <a:solidFill>
                <a:srgbClr val="FFFFFF"/>
              </a:solidFill>
              <a:latin typeface="Montserrat" panose="00000500000000000000" pitchFamily="2" charset="-52"/>
              <a:ea typeface="Anantason"/>
              <a:cs typeface="Anantason"/>
              <a:sym typeface="Anantason"/>
            </a:endParaRPr>
          </a:p>
          <a:p>
            <a:pPr algn="ctr"/>
            <a:r>
              <a:rPr lang="en-US" sz="1600" spc="-127" dirty="0" err="1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moderation_status</a:t>
            </a:r>
            <a:endParaRPr lang="en-US" sz="1600" spc="-127" dirty="0">
              <a:solidFill>
                <a:srgbClr val="FFFFFF"/>
              </a:solidFill>
              <a:latin typeface="Montserrat" panose="00000500000000000000" pitchFamily="2" charset="-52"/>
              <a:ea typeface="Anantason"/>
              <a:cs typeface="Anantason"/>
              <a:sym typeface="Anantason"/>
            </a:endParaRPr>
          </a:p>
          <a:p>
            <a:pPr algn="ctr"/>
            <a:r>
              <a:rPr lang="en-US" sz="1600" spc="-127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photos</a:t>
            </a:r>
          </a:p>
          <a:p>
            <a:pPr marL="342900" indent="-342900" algn="ctr">
              <a:buFontTx/>
              <a:buChar char="-"/>
            </a:pPr>
            <a:endParaRPr lang="ru-RU" spc="-127" dirty="0">
              <a:solidFill>
                <a:srgbClr val="FFFFFF"/>
              </a:solidFill>
              <a:latin typeface="Montserrat" panose="00000500000000000000" pitchFamily="2" charset="-52"/>
              <a:ea typeface="Anantason"/>
              <a:cs typeface="Anantason"/>
              <a:sym typeface="Anantason"/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8046340A-B808-459A-A5FB-B692F3E992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6747" y="5777317"/>
            <a:ext cx="397427" cy="410145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22BB4CAA-95D9-47D6-B651-9F4F4BDD68E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849" y="5823142"/>
            <a:ext cx="656649" cy="378417"/>
          </a:xfrm>
          <a:prstGeom prst="rect">
            <a:avLst/>
          </a:prstGeom>
        </p:spPr>
      </p:pic>
      <p:sp>
        <p:nvSpPr>
          <p:cNvPr id="27" name="TextBox 17">
            <a:extLst>
              <a:ext uri="{FF2B5EF4-FFF2-40B4-BE49-F238E27FC236}">
                <a16:creationId xmlns:a16="http://schemas.microsoft.com/office/drawing/2014/main" id="{E267B221-6D80-4AC1-A65D-3897BCBE3112}"/>
              </a:ext>
            </a:extLst>
          </p:cNvPr>
          <p:cNvSpPr txBox="1"/>
          <p:nvPr/>
        </p:nvSpPr>
        <p:spPr>
          <a:xfrm>
            <a:off x="8823584" y="6204079"/>
            <a:ext cx="2541914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b="1" spc="-85" dirty="0">
                <a:latin typeface="Anantason"/>
                <a:ea typeface="Anantason"/>
                <a:cs typeface="Anantason"/>
                <a:sym typeface="Anantason"/>
              </a:rPr>
              <a:t>Postgre</a:t>
            </a:r>
            <a:r>
              <a:rPr lang="en-US" sz="1600" b="1" spc="-85" dirty="0">
                <a:solidFill>
                  <a:schemeClr val="tx2">
                    <a:lumMod val="60000"/>
                    <a:lumOff val="40000"/>
                  </a:schemeClr>
                </a:solidFill>
                <a:latin typeface="Anantason"/>
                <a:ea typeface="Anantason"/>
                <a:cs typeface="Anantason"/>
                <a:sym typeface="Anantason"/>
              </a:rPr>
              <a:t>SQL</a:t>
            </a:r>
            <a:endParaRPr lang="ru-RU" sz="1600" b="1" spc="-85" dirty="0">
              <a:solidFill>
                <a:schemeClr val="tx2">
                  <a:lumMod val="60000"/>
                  <a:lumOff val="40000"/>
                </a:schemeClr>
              </a:solidFill>
              <a:latin typeface="Anantason"/>
              <a:ea typeface="Anantason"/>
              <a:cs typeface="Anantason"/>
              <a:sym typeface="Anantason"/>
            </a:endParaRP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41043EF4-0A91-4B76-B383-C4EC2AE7E308}"/>
              </a:ext>
            </a:extLst>
          </p:cNvPr>
          <p:cNvSpPr txBox="1"/>
          <p:nvPr/>
        </p:nvSpPr>
        <p:spPr>
          <a:xfrm>
            <a:off x="10401692" y="5777317"/>
            <a:ext cx="307157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400" spc="-127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+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68CC3951-9CD9-4C76-A851-61063C6A7DF5}"/>
              </a:ext>
            </a:extLst>
          </p:cNvPr>
          <p:cNvCxnSpPr>
            <a:cxnSpLocks/>
          </p:cNvCxnSpPr>
          <p:nvPr/>
        </p:nvCxnSpPr>
        <p:spPr>
          <a:xfrm>
            <a:off x="9714199" y="5618375"/>
            <a:ext cx="1607209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916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C0DC0BA-2D4A-4BE3-A3D6-3AEC43B1A41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7001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44" name="Freeform 9">
            <a:extLst>
              <a:ext uri="{FF2B5EF4-FFF2-40B4-BE49-F238E27FC236}">
                <a16:creationId xmlns:a16="http://schemas.microsoft.com/office/drawing/2014/main" id="{388E3198-F61E-4A76-869F-127EAD025F2F}"/>
              </a:ext>
            </a:extLst>
          </p:cNvPr>
          <p:cNvSpPr/>
          <p:nvPr/>
        </p:nvSpPr>
        <p:spPr>
          <a:xfrm>
            <a:off x="8178051" y="1746590"/>
            <a:ext cx="3381987" cy="4488941"/>
          </a:xfrm>
          <a:custGeom>
            <a:avLst/>
            <a:gdLst/>
            <a:ahLst/>
            <a:cxnLst/>
            <a:rect l="l" t="t" r="r" b="b"/>
            <a:pathLst>
              <a:path w="1332057" h="855413">
                <a:moveTo>
                  <a:pt x="53576" y="0"/>
                </a:moveTo>
                <a:lnTo>
                  <a:pt x="1278481" y="0"/>
                </a:lnTo>
                <a:cubicBezTo>
                  <a:pt x="1308070" y="0"/>
                  <a:pt x="1332057" y="23987"/>
                  <a:pt x="1332057" y="53576"/>
                </a:cubicBezTo>
                <a:lnTo>
                  <a:pt x="1332057" y="801837"/>
                </a:lnTo>
                <a:cubicBezTo>
                  <a:pt x="1332057" y="831426"/>
                  <a:pt x="1308070" y="855413"/>
                  <a:pt x="1278481" y="855413"/>
                </a:cubicBezTo>
                <a:lnTo>
                  <a:pt x="53576" y="855413"/>
                </a:lnTo>
                <a:cubicBezTo>
                  <a:pt x="23987" y="855413"/>
                  <a:pt x="0" y="831426"/>
                  <a:pt x="0" y="801837"/>
                </a:cubicBezTo>
                <a:lnTo>
                  <a:pt x="0" y="53576"/>
                </a:lnTo>
                <a:cubicBezTo>
                  <a:pt x="0" y="23987"/>
                  <a:pt x="23987" y="0"/>
                  <a:pt x="53576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43000"/>
                </a:srgbClr>
              </a:gs>
              <a:gs pos="50000">
                <a:srgbClr val="FFFFFF">
                  <a:alpha val="17000"/>
                </a:srgbClr>
              </a:gs>
              <a:gs pos="100000">
                <a:srgbClr val="FFFFFF">
                  <a:alpha val="20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40000"/>
                  </a:srgbClr>
                </a:gs>
              </a:gsLst>
              <a:lin ang="2700000"/>
            </a:gradFill>
            <a:prstDash val="solid"/>
            <a:round/>
          </a:ln>
        </p:spPr>
        <p:txBody>
          <a:bodyPr/>
          <a:lstStyle/>
          <a:p>
            <a:endParaRPr lang="ru-RU" dirty="0"/>
          </a:p>
        </p:txBody>
      </p:sp>
      <p:sp>
        <p:nvSpPr>
          <p:cNvPr id="43" name="Freeform 9">
            <a:extLst>
              <a:ext uri="{FF2B5EF4-FFF2-40B4-BE49-F238E27FC236}">
                <a16:creationId xmlns:a16="http://schemas.microsoft.com/office/drawing/2014/main" id="{1BC35A59-6746-44B2-8D61-46D4E30B4427}"/>
              </a:ext>
            </a:extLst>
          </p:cNvPr>
          <p:cNvSpPr/>
          <p:nvPr/>
        </p:nvSpPr>
        <p:spPr>
          <a:xfrm>
            <a:off x="4405006" y="1767620"/>
            <a:ext cx="3381987" cy="4488941"/>
          </a:xfrm>
          <a:custGeom>
            <a:avLst/>
            <a:gdLst/>
            <a:ahLst/>
            <a:cxnLst/>
            <a:rect l="l" t="t" r="r" b="b"/>
            <a:pathLst>
              <a:path w="1332057" h="855413">
                <a:moveTo>
                  <a:pt x="53576" y="0"/>
                </a:moveTo>
                <a:lnTo>
                  <a:pt x="1278481" y="0"/>
                </a:lnTo>
                <a:cubicBezTo>
                  <a:pt x="1308070" y="0"/>
                  <a:pt x="1332057" y="23987"/>
                  <a:pt x="1332057" y="53576"/>
                </a:cubicBezTo>
                <a:lnTo>
                  <a:pt x="1332057" y="801837"/>
                </a:lnTo>
                <a:cubicBezTo>
                  <a:pt x="1332057" y="831426"/>
                  <a:pt x="1308070" y="855413"/>
                  <a:pt x="1278481" y="855413"/>
                </a:cubicBezTo>
                <a:lnTo>
                  <a:pt x="53576" y="855413"/>
                </a:lnTo>
                <a:cubicBezTo>
                  <a:pt x="23987" y="855413"/>
                  <a:pt x="0" y="831426"/>
                  <a:pt x="0" y="801837"/>
                </a:cubicBezTo>
                <a:lnTo>
                  <a:pt x="0" y="53576"/>
                </a:lnTo>
                <a:cubicBezTo>
                  <a:pt x="0" y="23987"/>
                  <a:pt x="23987" y="0"/>
                  <a:pt x="53576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5000"/>
                </a:srgbClr>
              </a:gs>
              <a:gs pos="50000">
                <a:srgbClr val="FFFFFF">
                  <a:alpha val="6000"/>
                </a:srgbClr>
              </a:gs>
              <a:gs pos="100000">
                <a:srgbClr val="FFFFFF">
                  <a:alpha val="18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40000"/>
                  </a:srgbClr>
                </a:gs>
              </a:gsLst>
              <a:lin ang="2700000"/>
            </a:gradFill>
            <a:prstDash val="solid"/>
            <a:round/>
          </a:ln>
        </p:spPr>
        <p:txBody>
          <a:bodyPr/>
          <a:lstStyle/>
          <a:p>
            <a:endParaRPr lang="ru-RU" dirty="0"/>
          </a:p>
        </p:txBody>
      </p:sp>
      <p:sp>
        <p:nvSpPr>
          <p:cNvPr id="40" name="Freeform 9">
            <a:extLst>
              <a:ext uri="{FF2B5EF4-FFF2-40B4-BE49-F238E27FC236}">
                <a16:creationId xmlns:a16="http://schemas.microsoft.com/office/drawing/2014/main" id="{2D80077A-D2A7-45EF-BB42-DB8F372039C8}"/>
              </a:ext>
            </a:extLst>
          </p:cNvPr>
          <p:cNvSpPr/>
          <p:nvPr/>
        </p:nvSpPr>
        <p:spPr>
          <a:xfrm>
            <a:off x="598725" y="1722065"/>
            <a:ext cx="3381987" cy="4488941"/>
          </a:xfrm>
          <a:custGeom>
            <a:avLst/>
            <a:gdLst/>
            <a:ahLst/>
            <a:cxnLst/>
            <a:rect l="l" t="t" r="r" b="b"/>
            <a:pathLst>
              <a:path w="1332057" h="855413">
                <a:moveTo>
                  <a:pt x="53576" y="0"/>
                </a:moveTo>
                <a:lnTo>
                  <a:pt x="1278481" y="0"/>
                </a:lnTo>
                <a:cubicBezTo>
                  <a:pt x="1308070" y="0"/>
                  <a:pt x="1332057" y="23987"/>
                  <a:pt x="1332057" y="53576"/>
                </a:cubicBezTo>
                <a:lnTo>
                  <a:pt x="1332057" y="801837"/>
                </a:lnTo>
                <a:cubicBezTo>
                  <a:pt x="1332057" y="831426"/>
                  <a:pt x="1308070" y="855413"/>
                  <a:pt x="1278481" y="855413"/>
                </a:cubicBezTo>
                <a:lnTo>
                  <a:pt x="53576" y="855413"/>
                </a:lnTo>
                <a:cubicBezTo>
                  <a:pt x="23987" y="855413"/>
                  <a:pt x="0" y="831426"/>
                  <a:pt x="0" y="801837"/>
                </a:cubicBezTo>
                <a:lnTo>
                  <a:pt x="0" y="53576"/>
                </a:lnTo>
                <a:cubicBezTo>
                  <a:pt x="0" y="23987"/>
                  <a:pt x="23987" y="0"/>
                  <a:pt x="53576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46000"/>
                </a:srgbClr>
              </a:gs>
              <a:gs pos="50000">
                <a:srgbClr val="FFFFFF">
                  <a:alpha val="9000"/>
                </a:srgbClr>
              </a:gs>
              <a:gs pos="100000">
                <a:srgbClr val="FFFFFF">
                  <a:alpha val="20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40000"/>
                  </a:srgbClr>
                </a:gs>
              </a:gsLst>
              <a:lin ang="2700000"/>
            </a:gradFill>
            <a:prstDash val="solid"/>
            <a:round/>
          </a:ln>
        </p:spPr>
        <p:txBody>
          <a:bodyPr/>
          <a:lstStyle/>
          <a:p>
            <a:endParaRPr lang="ru-RU" dirty="0"/>
          </a:p>
        </p:txBody>
      </p:sp>
      <p:sp>
        <p:nvSpPr>
          <p:cNvPr id="8" name="Rectangle 279">
            <a:extLst>
              <a:ext uri="{FF2B5EF4-FFF2-40B4-BE49-F238E27FC236}">
                <a16:creationId xmlns:a16="http://schemas.microsoft.com/office/drawing/2014/main" id="{790FC888-140C-4D9C-B649-A8AB48AC6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9" name="Rectangle 279">
            <a:extLst>
              <a:ext uri="{FF2B5EF4-FFF2-40B4-BE49-F238E27FC236}">
                <a16:creationId xmlns:a16="http://schemas.microsoft.com/office/drawing/2014/main" id="{AFF46D85-0C5C-46EF-810A-597223467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0" name="Rectangle 279">
            <a:extLst>
              <a:ext uri="{FF2B5EF4-FFF2-40B4-BE49-F238E27FC236}">
                <a16:creationId xmlns:a16="http://schemas.microsoft.com/office/drawing/2014/main" id="{9EC5FDAD-56FB-4C02-9579-F68231C86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10B981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10B98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2" name="Rectangle 279">
            <a:extLst>
              <a:ext uri="{FF2B5EF4-FFF2-40B4-BE49-F238E27FC236}">
                <a16:creationId xmlns:a16="http://schemas.microsoft.com/office/drawing/2014/main" id="{9BD6C576-1047-4434-BC6E-AC5D1C04C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445B47DD-6837-4713-B215-B42D42EE4F93}"/>
              </a:ext>
            </a:extLst>
          </p:cNvPr>
          <p:cNvCxnSpPr>
            <a:cxnSpLocks/>
          </p:cNvCxnSpPr>
          <p:nvPr/>
        </p:nvCxnSpPr>
        <p:spPr>
          <a:xfrm>
            <a:off x="2878010" y="483306"/>
            <a:ext cx="876817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279">
            <a:extLst>
              <a:ext uri="{FF2B5EF4-FFF2-40B4-BE49-F238E27FC236}">
                <a16:creationId xmlns:a16="http://schemas.microsoft.com/office/drawing/2014/main" id="{4844CBFE-B10A-4A4A-BAFD-FCF357172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D4F3F67F-BF05-41FD-A1D1-9CCD0ECDC72E}"/>
              </a:ext>
            </a:extLst>
          </p:cNvPr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317887-246C-436F-9F57-13629569BEDC}"/>
              </a:ext>
            </a:extLst>
          </p:cNvPr>
          <p:cNvSpPr txBox="1"/>
          <p:nvPr/>
        </p:nvSpPr>
        <p:spPr>
          <a:xfrm>
            <a:off x="790163" y="869789"/>
            <a:ext cx="66843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dirty="0"/>
              <a:t>СТЕК ТЕХНОЛОГИЙ</a:t>
            </a:r>
            <a:endParaRPr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865C8B3B-9A98-4E87-BE71-83428F955127}"/>
              </a:ext>
            </a:extLst>
          </p:cNvPr>
          <p:cNvSpPr/>
          <p:nvPr/>
        </p:nvSpPr>
        <p:spPr>
          <a:xfrm>
            <a:off x="11443957" y="6532880"/>
            <a:ext cx="568357" cy="29280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C7D031-E457-48F9-8D0A-E09955813807}"/>
              </a:ext>
            </a:extLst>
          </p:cNvPr>
          <p:cNvSpPr txBox="1"/>
          <p:nvPr/>
        </p:nvSpPr>
        <p:spPr>
          <a:xfrm>
            <a:off x="11560038" y="6498176"/>
            <a:ext cx="3361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en-US" sz="1600" dirty="0">
                <a:solidFill>
                  <a:srgbClr val="10B981"/>
                </a:solidFill>
              </a:rPr>
              <a:t>6</a:t>
            </a:r>
            <a:endParaRPr sz="1600" dirty="0">
              <a:solidFill>
                <a:srgbClr val="10B981"/>
              </a:solidFill>
            </a:endParaRPr>
          </a:p>
        </p:txBody>
      </p:sp>
      <p:sp>
        <p:nvSpPr>
          <p:cNvPr id="30" name="TextBox 17">
            <a:extLst>
              <a:ext uri="{FF2B5EF4-FFF2-40B4-BE49-F238E27FC236}">
                <a16:creationId xmlns:a16="http://schemas.microsoft.com/office/drawing/2014/main" id="{45866FFA-34D7-42E6-BBC1-CF978E976F04}"/>
              </a:ext>
            </a:extLst>
          </p:cNvPr>
          <p:cNvSpPr txBox="1"/>
          <p:nvPr/>
        </p:nvSpPr>
        <p:spPr>
          <a:xfrm>
            <a:off x="4405006" y="2035058"/>
            <a:ext cx="3381987" cy="206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67"/>
              </a:lnSpc>
            </a:pPr>
            <a:r>
              <a:rPr lang="ru-RU" sz="1667" b="1" spc="-78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Серверная часть</a:t>
            </a:r>
            <a:r>
              <a:rPr lang="en-US" sz="1667" b="1" spc="-78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 (Backend)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B41A9CD5-AF05-47EF-B842-A343E3AAC25D}"/>
              </a:ext>
            </a:extLst>
          </p:cNvPr>
          <p:cNvSpPr txBox="1"/>
          <p:nvPr/>
        </p:nvSpPr>
        <p:spPr>
          <a:xfrm>
            <a:off x="607284" y="2035059"/>
            <a:ext cx="3373428" cy="206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67"/>
              </a:lnSpc>
            </a:pPr>
            <a:r>
              <a:rPr lang="ru-RU" sz="1667" b="1" spc="-78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Клиентская часть</a:t>
            </a:r>
            <a:r>
              <a:rPr lang="en-US" sz="1667" b="1" spc="-78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 (Frontend)</a:t>
            </a: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E115622E-A91D-45E2-8AE3-7C3AA675C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9373" y="2432537"/>
            <a:ext cx="1068223" cy="1068223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5BBEF4C3-AFAA-4E27-AD66-150AC5504E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257" y="2509283"/>
            <a:ext cx="840000" cy="840000"/>
          </a:xfrm>
          <a:prstGeom prst="rect">
            <a:avLst/>
          </a:prstGeom>
        </p:spPr>
      </p:pic>
      <p:pic>
        <p:nvPicPr>
          <p:cNvPr id="34" name="Picture 6" descr="Почему Вы должны попробовать FastAPI? / Хабр">
            <a:extLst>
              <a:ext uri="{FF2B5EF4-FFF2-40B4-BE49-F238E27FC236}">
                <a16:creationId xmlns:a16="http://schemas.microsoft.com/office/drawing/2014/main" id="{C0823B8A-5E2A-4103-BA2A-5DEDC4D44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894" y="2828990"/>
            <a:ext cx="2126193" cy="767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>
            <a:extLst>
              <a:ext uri="{FF2B5EF4-FFF2-40B4-BE49-F238E27FC236}">
                <a16:creationId xmlns:a16="http://schemas.microsoft.com/office/drawing/2014/main" id="{214BF64A-D327-4073-981A-2723D665F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086" y="2812237"/>
            <a:ext cx="765333" cy="8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94AA866B-FBB7-4572-9DA2-94F7063F73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24" y="4230681"/>
            <a:ext cx="1563900" cy="156390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1D8EF7BC-3724-49E6-BEB0-D146B6F48E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438" y="3578590"/>
            <a:ext cx="1641988" cy="479468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C94F739F-D9E0-4997-83B6-47CB0E870DB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293" y="2660693"/>
            <a:ext cx="2109871" cy="694263"/>
          </a:xfrm>
          <a:prstGeom prst="rect">
            <a:avLst/>
          </a:prstGeom>
        </p:spPr>
      </p:pic>
      <p:sp>
        <p:nvSpPr>
          <p:cNvPr id="39" name="TextBox 17">
            <a:extLst>
              <a:ext uri="{FF2B5EF4-FFF2-40B4-BE49-F238E27FC236}">
                <a16:creationId xmlns:a16="http://schemas.microsoft.com/office/drawing/2014/main" id="{B8A147A9-3E3B-4958-9D1B-3215E0AA48D2}"/>
              </a:ext>
            </a:extLst>
          </p:cNvPr>
          <p:cNvSpPr txBox="1"/>
          <p:nvPr/>
        </p:nvSpPr>
        <p:spPr>
          <a:xfrm>
            <a:off x="8178051" y="2035058"/>
            <a:ext cx="3381987" cy="206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67"/>
              </a:lnSpc>
            </a:pPr>
            <a:r>
              <a:rPr lang="ru-RU" sz="1667" b="1" spc="-78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Данные + ИИ</a:t>
            </a:r>
            <a:endParaRPr lang="en-US" sz="1667" b="1" spc="-78" dirty="0">
              <a:solidFill>
                <a:srgbClr val="FFFFFF"/>
              </a:solidFill>
              <a:latin typeface="Montserrat" panose="00000500000000000000" pitchFamily="2" charset="-52"/>
              <a:ea typeface="Anantason"/>
              <a:cs typeface="Anantason"/>
              <a:sym typeface="Anantason"/>
            </a:endParaRPr>
          </a:p>
        </p:txBody>
      </p:sp>
      <p:sp>
        <p:nvSpPr>
          <p:cNvPr id="45" name="TextBox 17">
            <a:extLst>
              <a:ext uri="{FF2B5EF4-FFF2-40B4-BE49-F238E27FC236}">
                <a16:creationId xmlns:a16="http://schemas.microsoft.com/office/drawing/2014/main" id="{622749C3-EEC4-4D5B-AE98-C76C7D33E201}"/>
              </a:ext>
            </a:extLst>
          </p:cNvPr>
          <p:cNvSpPr txBox="1"/>
          <p:nvPr/>
        </p:nvSpPr>
        <p:spPr>
          <a:xfrm>
            <a:off x="4382745" y="4092230"/>
            <a:ext cx="3381987" cy="206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67"/>
              </a:lnSpc>
            </a:pPr>
            <a:r>
              <a:rPr lang="ru-RU" sz="1667" b="1" spc="-78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Среда разработки: </a:t>
            </a:r>
            <a:endParaRPr lang="en-US" sz="1667" b="1" spc="-78" dirty="0">
              <a:solidFill>
                <a:srgbClr val="FFFFFF"/>
              </a:solidFill>
              <a:latin typeface="Montserrat" panose="00000500000000000000" pitchFamily="2" charset="-52"/>
              <a:ea typeface="Anantason"/>
              <a:cs typeface="Anantason"/>
              <a:sym typeface="Anantason"/>
            </a:endParaRPr>
          </a:p>
        </p:txBody>
      </p:sp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D8D45717-29AD-41EA-9936-E67392E3F72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18293" y="3670858"/>
            <a:ext cx="661301" cy="682463"/>
          </a:xfrm>
          <a:prstGeom prst="rect">
            <a:avLst/>
          </a:prstGeom>
        </p:spPr>
      </p:pic>
      <p:sp>
        <p:nvSpPr>
          <p:cNvPr id="50" name="TextBox 17">
            <a:extLst>
              <a:ext uri="{FF2B5EF4-FFF2-40B4-BE49-F238E27FC236}">
                <a16:creationId xmlns:a16="http://schemas.microsoft.com/office/drawing/2014/main" id="{22D223E4-26E6-4246-8EFC-293CDABB7140}"/>
              </a:ext>
            </a:extLst>
          </p:cNvPr>
          <p:cNvSpPr txBox="1"/>
          <p:nvPr/>
        </p:nvSpPr>
        <p:spPr>
          <a:xfrm>
            <a:off x="7808717" y="4488103"/>
            <a:ext cx="2685153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000" b="1" spc="-85" dirty="0">
                <a:latin typeface="Anantason"/>
                <a:ea typeface="Anantason"/>
                <a:cs typeface="Anantason"/>
                <a:sym typeface="Anantason"/>
              </a:rPr>
              <a:t>Postgre</a:t>
            </a:r>
            <a:r>
              <a:rPr lang="en-US" sz="2000" b="1" spc="-85" dirty="0">
                <a:solidFill>
                  <a:schemeClr val="tx2">
                    <a:lumMod val="60000"/>
                    <a:lumOff val="40000"/>
                  </a:schemeClr>
                </a:solidFill>
                <a:latin typeface="Anantason"/>
                <a:ea typeface="Anantason"/>
                <a:cs typeface="Anantason"/>
                <a:sym typeface="Anantason"/>
              </a:rPr>
              <a:t>SQL</a:t>
            </a:r>
            <a:endParaRPr lang="ru-RU" sz="2000" b="1" spc="-85" dirty="0">
              <a:solidFill>
                <a:schemeClr val="tx2">
                  <a:lumMod val="60000"/>
                  <a:lumOff val="40000"/>
                </a:schemeClr>
              </a:solidFill>
              <a:latin typeface="Anantason"/>
              <a:ea typeface="Anantason"/>
              <a:cs typeface="Anantason"/>
              <a:sym typeface="Anantason"/>
            </a:endParaRPr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858E3166-C067-4747-87D4-D96A80ED9123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200" y="3685180"/>
            <a:ext cx="1215880" cy="700694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53C0D372-415C-45E9-B5DA-EF2317634CF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26391" y="4698826"/>
            <a:ext cx="603470" cy="627608"/>
          </a:xfrm>
          <a:prstGeom prst="rect">
            <a:avLst/>
          </a:prstGeom>
        </p:spPr>
      </p:pic>
      <p:sp>
        <p:nvSpPr>
          <p:cNvPr id="55" name="TextBox 17">
            <a:extLst>
              <a:ext uri="{FF2B5EF4-FFF2-40B4-BE49-F238E27FC236}">
                <a16:creationId xmlns:a16="http://schemas.microsoft.com/office/drawing/2014/main" id="{7AAAE420-F087-4E98-BD2E-202A9C8904D5}"/>
              </a:ext>
            </a:extLst>
          </p:cNvPr>
          <p:cNvSpPr txBox="1"/>
          <p:nvPr/>
        </p:nvSpPr>
        <p:spPr>
          <a:xfrm>
            <a:off x="6021618" y="4698826"/>
            <a:ext cx="914644" cy="6276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67"/>
              </a:lnSpc>
            </a:pPr>
            <a:r>
              <a:rPr lang="en-US" dirty="0">
                <a:solidFill>
                  <a:srgbClr val="23A7F1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Visual Studio Code</a:t>
            </a: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41253088-77A6-478B-A12C-6E36968036B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50039" y="4810632"/>
            <a:ext cx="1704774" cy="479468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771C08B4-CFE6-4832-926C-49DBF16D280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30155" y="4378581"/>
            <a:ext cx="3077778" cy="19595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02560C-90C4-4145-8C72-3D64AC58D98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7001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21" name="Freeform 9">
            <a:extLst>
              <a:ext uri="{FF2B5EF4-FFF2-40B4-BE49-F238E27FC236}">
                <a16:creationId xmlns:a16="http://schemas.microsoft.com/office/drawing/2014/main" id="{24E04286-D570-44B1-BAFF-FB72E7700456}"/>
              </a:ext>
            </a:extLst>
          </p:cNvPr>
          <p:cNvSpPr/>
          <p:nvPr/>
        </p:nvSpPr>
        <p:spPr>
          <a:xfrm>
            <a:off x="643860" y="1621408"/>
            <a:ext cx="10800096" cy="5004394"/>
          </a:xfrm>
          <a:custGeom>
            <a:avLst/>
            <a:gdLst/>
            <a:ahLst/>
            <a:cxnLst/>
            <a:rect l="l" t="t" r="r" b="b"/>
            <a:pathLst>
              <a:path w="1332057" h="855413">
                <a:moveTo>
                  <a:pt x="53576" y="0"/>
                </a:moveTo>
                <a:lnTo>
                  <a:pt x="1278481" y="0"/>
                </a:lnTo>
                <a:cubicBezTo>
                  <a:pt x="1308070" y="0"/>
                  <a:pt x="1332057" y="23987"/>
                  <a:pt x="1332057" y="53576"/>
                </a:cubicBezTo>
                <a:lnTo>
                  <a:pt x="1332057" y="801837"/>
                </a:lnTo>
                <a:cubicBezTo>
                  <a:pt x="1332057" y="831426"/>
                  <a:pt x="1308070" y="855413"/>
                  <a:pt x="1278481" y="855413"/>
                </a:cubicBezTo>
                <a:lnTo>
                  <a:pt x="53576" y="855413"/>
                </a:lnTo>
                <a:cubicBezTo>
                  <a:pt x="23987" y="855413"/>
                  <a:pt x="0" y="831426"/>
                  <a:pt x="0" y="801837"/>
                </a:cubicBezTo>
                <a:lnTo>
                  <a:pt x="0" y="53576"/>
                </a:lnTo>
                <a:cubicBezTo>
                  <a:pt x="0" y="23987"/>
                  <a:pt x="23987" y="0"/>
                  <a:pt x="53576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5000"/>
                </a:srgbClr>
              </a:gs>
              <a:gs pos="50000">
                <a:srgbClr val="FFFFFF">
                  <a:alpha val="6000"/>
                </a:srgbClr>
              </a:gs>
              <a:gs pos="100000">
                <a:srgbClr val="FFFFFF">
                  <a:alpha val="18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40000"/>
                  </a:srgbClr>
                </a:gs>
              </a:gsLst>
              <a:lin ang="2700000"/>
            </a:gradFill>
            <a:prstDash val="solid"/>
            <a:round/>
          </a:ln>
        </p:spPr>
        <p:txBody>
          <a:bodyPr/>
          <a:lstStyle/>
          <a:p>
            <a:endParaRPr lang="ru-RU" dirty="0"/>
          </a:p>
        </p:txBody>
      </p:sp>
      <p:sp>
        <p:nvSpPr>
          <p:cNvPr id="9" name="Rectangle 279">
            <a:extLst>
              <a:ext uri="{FF2B5EF4-FFF2-40B4-BE49-F238E27FC236}">
                <a16:creationId xmlns:a16="http://schemas.microsoft.com/office/drawing/2014/main" id="{DB4E4C97-31B7-4650-91F4-019C034EF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0" name="Rectangle 279">
            <a:extLst>
              <a:ext uri="{FF2B5EF4-FFF2-40B4-BE49-F238E27FC236}">
                <a16:creationId xmlns:a16="http://schemas.microsoft.com/office/drawing/2014/main" id="{715C2B42-F4AD-4CC5-84EC-FCBF988E2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1" name="Rectangle 279">
            <a:extLst>
              <a:ext uri="{FF2B5EF4-FFF2-40B4-BE49-F238E27FC236}">
                <a16:creationId xmlns:a16="http://schemas.microsoft.com/office/drawing/2014/main" id="{C802193F-B7D6-4952-A304-824220B7B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10B981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10B98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3" name="Rectangle 279">
            <a:extLst>
              <a:ext uri="{FF2B5EF4-FFF2-40B4-BE49-F238E27FC236}">
                <a16:creationId xmlns:a16="http://schemas.microsoft.com/office/drawing/2014/main" id="{BE70DC32-F5EA-49FB-964A-210F922E3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27B3F391-FE85-45BB-A50D-DBABA2257202}"/>
              </a:ext>
            </a:extLst>
          </p:cNvPr>
          <p:cNvCxnSpPr>
            <a:cxnSpLocks/>
          </p:cNvCxnSpPr>
          <p:nvPr/>
        </p:nvCxnSpPr>
        <p:spPr>
          <a:xfrm>
            <a:off x="2878010" y="483306"/>
            <a:ext cx="876817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79">
            <a:extLst>
              <a:ext uri="{FF2B5EF4-FFF2-40B4-BE49-F238E27FC236}">
                <a16:creationId xmlns:a16="http://schemas.microsoft.com/office/drawing/2014/main" id="{ACA0082C-082B-4602-A470-0FEDC9955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DF0F11A8-0054-4B46-8EA9-4C3D84B29580}"/>
              </a:ext>
            </a:extLst>
          </p:cNvPr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FC0165-FFBE-45EF-9512-48645400C496}"/>
              </a:ext>
            </a:extLst>
          </p:cNvPr>
          <p:cNvSpPr txBox="1"/>
          <p:nvPr/>
        </p:nvSpPr>
        <p:spPr>
          <a:xfrm>
            <a:off x="790162" y="869789"/>
            <a:ext cx="92493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dirty="0"/>
              <a:t>СХЕМА ВЗАИМОДЕЙСТВИЯ МОДУЛЕЙ</a:t>
            </a:r>
            <a:endParaRPr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97DB3FC-D6D4-43DB-9F35-7BC80D682844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85" y="1921717"/>
            <a:ext cx="8656029" cy="4528583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FDD23079-8AF8-445C-93C9-4528441BB5F8}"/>
              </a:ext>
            </a:extLst>
          </p:cNvPr>
          <p:cNvSpPr/>
          <p:nvPr/>
        </p:nvSpPr>
        <p:spPr>
          <a:xfrm>
            <a:off x="11443957" y="6532880"/>
            <a:ext cx="568357" cy="29280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023331-BC33-46E4-9758-28931D947A88}"/>
              </a:ext>
            </a:extLst>
          </p:cNvPr>
          <p:cNvSpPr txBox="1"/>
          <p:nvPr/>
        </p:nvSpPr>
        <p:spPr>
          <a:xfrm>
            <a:off x="11560038" y="6498176"/>
            <a:ext cx="3361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sz="1600" dirty="0">
                <a:solidFill>
                  <a:srgbClr val="10B981"/>
                </a:solidFill>
              </a:rPr>
              <a:t>7</a:t>
            </a:r>
            <a:endParaRPr sz="1600" dirty="0">
              <a:solidFill>
                <a:srgbClr val="10B981"/>
              </a:solidFill>
            </a:endParaRPr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26286579-34D5-4A96-B5AD-4F787B7ED41E}"/>
              </a:ext>
            </a:extLst>
          </p:cNvPr>
          <p:cNvSpPr txBox="1"/>
          <p:nvPr/>
        </p:nvSpPr>
        <p:spPr>
          <a:xfrm>
            <a:off x="9673007" y="3853923"/>
            <a:ext cx="1690356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1600" spc="-127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Серверная часть</a:t>
            </a:r>
            <a:r>
              <a:rPr lang="en-US" sz="1600" spc="-127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 - </a:t>
            </a:r>
            <a:endParaRPr lang="ru-RU" sz="1600" spc="-127" dirty="0">
              <a:solidFill>
                <a:srgbClr val="FFFFFF"/>
              </a:solidFill>
              <a:latin typeface="Montserrat" panose="00000500000000000000" pitchFamily="2" charset="-52"/>
              <a:ea typeface="Anantason"/>
              <a:cs typeface="Anantason"/>
              <a:sym typeface="Anantason"/>
            </a:endParaRPr>
          </a:p>
          <a:p>
            <a:pPr algn="ctr"/>
            <a:r>
              <a:rPr lang="ru-RU" sz="1600" spc="-127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5 модулей</a:t>
            </a:r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5341BCE3-4F31-4C69-AF07-9F88FA7CBE06}"/>
              </a:ext>
            </a:extLst>
          </p:cNvPr>
          <p:cNvSpPr txBox="1"/>
          <p:nvPr/>
        </p:nvSpPr>
        <p:spPr>
          <a:xfrm>
            <a:off x="9623391" y="5245635"/>
            <a:ext cx="1787487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1600" spc="-127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Клиентская часть</a:t>
            </a:r>
            <a:r>
              <a:rPr lang="en-US" sz="1600" spc="-127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 - </a:t>
            </a:r>
            <a:endParaRPr lang="ru-RU" sz="1600" spc="-127" dirty="0">
              <a:solidFill>
                <a:srgbClr val="FFFFFF"/>
              </a:solidFill>
              <a:latin typeface="Montserrat" panose="00000500000000000000" pitchFamily="2" charset="-52"/>
              <a:ea typeface="Anantason"/>
              <a:cs typeface="Anantason"/>
              <a:sym typeface="Anantason"/>
            </a:endParaRPr>
          </a:p>
          <a:p>
            <a:pPr algn="ctr"/>
            <a:r>
              <a:rPr lang="ru-RU" sz="1600" spc="-127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12 компонентов</a:t>
            </a: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551A1D18-5B2C-4B3F-A2D9-95E8A51F042A}"/>
              </a:ext>
            </a:extLst>
          </p:cNvPr>
          <p:cNvSpPr txBox="1"/>
          <p:nvPr/>
        </p:nvSpPr>
        <p:spPr>
          <a:xfrm>
            <a:off x="9656469" y="2150250"/>
            <a:ext cx="1690356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000" spc="-127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3 уровня:</a:t>
            </a:r>
          </a:p>
        </p:txBody>
      </p:sp>
      <p:sp>
        <p:nvSpPr>
          <p:cNvPr id="27" name="TextBox 17">
            <a:extLst>
              <a:ext uri="{FF2B5EF4-FFF2-40B4-BE49-F238E27FC236}">
                <a16:creationId xmlns:a16="http://schemas.microsoft.com/office/drawing/2014/main" id="{F906B453-0C1A-41F6-A8C2-1B051D44D062}"/>
              </a:ext>
            </a:extLst>
          </p:cNvPr>
          <p:cNvSpPr txBox="1"/>
          <p:nvPr/>
        </p:nvSpPr>
        <p:spPr>
          <a:xfrm>
            <a:off x="9656469" y="2719977"/>
            <a:ext cx="1690356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1600" spc="-127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База данных</a:t>
            </a:r>
            <a:r>
              <a:rPr lang="en-US" sz="1600" spc="-127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 - </a:t>
            </a:r>
            <a:r>
              <a:rPr lang="en-US" sz="1600" spc="-127" dirty="0" err="1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PostreSql</a:t>
            </a:r>
            <a:r>
              <a:rPr lang="ru-RU" sz="1600" spc="-127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057FABAC-9581-4579-AD30-238D5074837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7001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8" name="Freeform 9">
            <a:extLst>
              <a:ext uri="{FF2B5EF4-FFF2-40B4-BE49-F238E27FC236}">
                <a16:creationId xmlns:a16="http://schemas.microsoft.com/office/drawing/2014/main" id="{B8677727-33A2-4339-A50A-A70D410F397A}"/>
              </a:ext>
            </a:extLst>
          </p:cNvPr>
          <p:cNvSpPr/>
          <p:nvPr/>
        </p:nvSpPr>
        <p:spPr>
          <a:xfrm>
            <a:off x="7700986" y="1411971"/>
            <a:ext cx="3859052" cy="943429"/>
          </a:xfrm>
          <a:custGeom>
            <a:avLst/>
            <a:gdLst/>
            <a:ahLst/>
            <a:cxnLst/>
            <a:rect l="l" t="t" r="r" b="b"/>
            <a:pathLst>
              <a:path w="1332057" h="855413">
                <a:moveTo>
                  <a:pt x="53576" y="0"/>
                </a:moveTo>
                <a:lnTo>
                  <a:pt x="1278481" y="0"/>
                </a:lnTo>
                <a:cubicBezTo>
                  <a:pt x="1308070" y="0"/>
                  <a:pt x="1332057" y="23987"/>
                  <a:pt x="1332057" y="53576"/>
                </a:cubicBezTo>
                <a:lnTo>
                  <a:pt x="1332057" y="801837"/>
                </a:lnTo>
                <a:cubicBezTo>
                  <a:pt x="1332057" y="831426"/>
                  <a:pt x="1308070" y="855413"/>
                  <a:pt x="1278481" y="855413"/>
                </a:cubicBezTo>
                <a:lnTo>
                  <a:pt x="53576" y="855413"/>
                </a:lnTo>
                <a:cubicBezTo>
                  <a:pt x="23987" y="855413"/>
                  <a:pt x="0" y="831426"/>
                  <a:pt x="0" y="801837"/>
                </a:cubicBezTo>
                <a:lnTo>
                  <a:pt x="0" y="53576"/>
                </a:lnTo>
                <a:cubicBezTo>
                  <a:pt x="0" y="23987"/>
                  <a:pt x="23987" y="0"/>
                  <a:pt x="53576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2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20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40000"/>
                  </a:srgbClr>
                </a:gs>
              </a:gsLst>
              <a:lin ang="2700000"/>
            </a:gradFill>
            <a:prstDash val="solid"/>
            <a:round/>
          </a:ln>
        </p:spPr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2AA747FF-0149-452A-A1A2-72594E5F7ADF}"/>
              </a:ext>
            </a:extLst>
          </p:cNvPr>
          <p:cNvGrpSpPr/>
          <p:nvPr/>
        </p:nvGrpSpPr>
        <p:grpSpPr>
          <a:xfrm>
            <a:off x="900848" y="7580535"/>
            <a:ext cx="3908808" cy="1319455"/>
            <a:chOff x="0" y="0"/>
            <a:chExt cx="1332057" cy="855413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818E76F9-31AA-4EF8-894D-03D9116ED0BF}"/>
                </a:ext>
              </a:extLst>
            </p:cNvPr>
            <p:cNvSpPr/>
            <p:nvPr/>
          </p:nvSpPr>
          <p:spPr>
            <a:xfrm>
              <a:off x="0" y="0"/>
              <a:ext cx="1332057" cy="855413"/>
            </a:xfrm>
            <a:custGeom>
              <a:avLst/>
              <a:gdLst/>
              <a:ahLst/>
              <a:cxnLst/>
              <a:rect l="l" t="t" r="r" b="b"/>
              <a:pathLst>
                <a:path w="1332057" h="855413">
                  <a:moveTo>
                    <a:pt x="53576" y="0"/>
                  </a:moveTo>
                  <a:lnTo>
                    <a:pt x="1278481" y="0"/>
                  </a:lnTo>
                  <a:cubicBezTo>
                    <a:pt x="1308070" y="0"/>
                    <a:pt x="1332057" y="23987"/>
                    <a:pt x="1332057" y="53576"/>
                  </a:cubicBezTo>
                  <a:lnTo>
                    <a:pt x="1332057" y="801837"/>
                  </a:lnTo>
                  <a:cubicBezTo>
                    <a:pt x="1332057" y="831426"/>
                    <a:pt x="1308070" y="855413"/>
                    <a:pt x="1278481" y="855413"/>
                  </a:cubicBezTo>
                  <a:lnTo>
                    <a:pt x="53576" y="855413"/>
                  </a:lnTo>
                  <a:cubicBezTo>
                    <a:pt x="23987" y="855413"/>
                    <a:pt x="0" y="831426"/>
                    <a:pt x="0" y="801837"/>
                  </a:cubicBezTo>
                  <a:lnTo>
                    <a:pt x="0" y="53576"/>
                  </a:lnTo>
                  <a:cubicBezTo>
                    <a:pt x="0" y="23987"/>
                    <a:pt x="23987" y="0"/>
                    <a:pt x="5357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20000"/>
                  </a:srgbClr>
                </a:gs>
                <a:gs pos="50000">
                  <a:srgbClr val="FFFFFF">
                    <a:alpha val="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0"/>
            </a:gradFill>
            <a:ln w="1905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4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id="12" name="TextBox 10">
              <a:extLst>
                <a:ext uri="{FF2B5EF4-FFF2-40B4-BE49-F238E27FC236}">
                  <a16:creationId xmlns:a16="http://schemas.microsoft.com/office/drawing/2014/main" id="{595833AB-ACD6-4881-955A-8828CF642154}"/>
                </a:ext>
              </a:extLst>
            </p:cNvPr>
            <p:cNvSpPr txBox="1"/>
            <p:nvPr/>
          </p:nvSpPr>
          <p:spPr>
            <a:xfrm>
              <a:off x="0" y="38100"/>
              <a:ext cx="1332057" cy="817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3"/>
                </a:lnSpc>
              </a:pPr>
              <a:endParaRPr/>
            </a:p>
          </p:txBody>
        </p:sp>
      </p:grpSp>
      <p:sp>
        <p:nvSpPr>
          <p:cNvPr id="13" name="TextBox 17">
            <a:extLst>
              <a:ext uri="{FF2B5EF4-FFF2-40B4-BE49-F238E27FC236}">
                <a16:creationId xmlns:a16="http://schemas.microsoft.com/office/drawing/2014/main" id="{5FC43A83-F7F3-46E6-BAF9-61D3B7153C4F}"/>
              </a:ext>
            </a:extLst>
          </p:cNvPr>
          <p:cNvSpPr txBox="1"/>
          <p:nvPr/>
        </p:nvSpPr>
        <p:spPr>
          <a:xfrm>
            <a:off x="7381168" y="488686"/>
            <a:ext cx="4552855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1600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Отображение системных уведомлений</a:t>
            </a:r>
          </a:p>
          <a:p>
            <a:pPr algn="ctr"/>
            <a:r>
              <a:rPr lang="ru-RU" sz="1600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(ошибки, предупреждения, </a:t>
            </a:r>
          </a:p>
          <a:p>
            <a:pPr algn="ctr"/>
            <a:r>
              <a:rPr lang="ru-RU" sz="1600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успешные действия)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5AC697A-CBBD-4B10-814E-B6FF86EEEC87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4" t="14875" r="2980" b="17796"/>
          <a:stretch/>
        </p:blipFill>
        <p:spPr>
          <a:xfrm>
            <a:off x="8028733" y="1527839"/>
            <a:ext cx="3257724" cy="708432"/>
          </a:xfrm>
          <a:prstGeom prst="rect">
            <a:avLst/>
          </a:prstGeom>
          <a:ln>
            <a:noFill/>
          </a:ln>
        </p:spPr>
      </p:pic>
      <p:sp>
        <p:nvSpPr>
          <p:cNvPr id="17" name="Shape 26">
            <a:extLst>
              <a:ext uri="{FF2B5EF4-FFF2-40B4-BE49-F238E27FC236}">
                <a16:creationId xmlns:a16="http://schemas.microsoft.com/office/drawing/2014/main" id="{2A6409EC-D0BF-4B6F-9800-B2601A625C87}"/>
              </a:ext>
            </a:extLst>
          </p:cNvPr>
          <p:cNvSpPr/>
          <p:nvPr/>
        </p:nvSpPr>
        <p:spPr>
          <a:xfrm>
            <a:off x="2001479" y="6199374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1A6E4A"/>
          </a:solidFill>
          <a:ln w="12700">
            <a:solidFill>
              <a:srgbClr val="1A6E4A"/>
            </a:solidFill>
            <a:prstDash val="solid"/>
          </a:ln>
        </p:spPr>
      </p:sp>
      <p:sp>
        <p:nvSpPr>
          <p:cNvPr id="18" name="Text 27">
            <a:extLst>
              <a:ext uri="{FF2B5EF4-FFF2-40B4-BE49-F238E27FC236}">
                <a16:creationId xmlns:a16="http://schemas.microsoft.com/office/drawing/2014/main" id="{02C0D5A4-7FD5-4369-A33F-F761B976D70C}"/>
              </a:ext>
            </a:extLst>
          </p:cNvPr>
          <p:cNvSpPr/>
          <p:nvPr/>
        </p:nvSpPr>
        <p:spPr>
          <a:xfrm>
            <a:off x="2001479" y="6208939"/>
            <a:ext cx="41147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Montserrat" panose="00000500000000000000" pitchFamily="2" charset="-52"/>
                <a:ea typeface="Arial" pitchFamily="34" charset="-122"/>
                <a:cs typeface="Arial" pitchFamily="34" charset="-120"/>
              </a:rPr>
              <a:t>Все</a:t>
            </a:r>
            <a:r>
              <a:rPr lang="en-US" sz="1400" b="1" dirty="0">
                <a:solidFill>
                  <a:srgbClr val="FFFFFF"/>
                </a:solidFill>
                <a:latin typeface="Montserrat" panose="00000500000000000000" pitchFamily="2" charset="-52"/>
                <a:ea typeface="Arial" pitchFamily="34" charset="-122"/>
                <a:cs typeface="Arial" pitchFamily="34" charset="-120"/>
              </a:rPr>
              <a:t> тесты успешно пройдены</a:t>
            </a:r>
            <a:endParaRPr lang="en-US" sz="1400" dirty="0">
              <a:latin typeface="Montserrat" panose="00000500000000000000" pitchFamily="2" charset="-52"/>
            </a:endParaRPr>
          </a:p>
        </p:txBody>
      </p:sp>
      <p:sp>
        <p:nvSpPr>
          <p:cNvPr id="19" name="Shape 28">
            <a:extLst>
              <a:ext uri="{FF2B5EF4-FFF2-40B4-BE49-F238E27FC236}">
                <a16:creationId xmlns:a16="http://schemas.microsoft.com/office/drawing/2014/main" id="{AA8E9774-3874-42D2-9915-8ED1EFED14D2}"/>
              </a:ext>
            </a:extLst>
          </p:cNvPr>
          <p:cNvSpPr/>
          <p:nvPr/>
        </p:nvSpPr>
        <p:spPr>
          <a:xfrm>
            <a:off x="6256844" y="6199374"/>
            <a:ext cx="4069080" cy="502920"/>
          </a:xfrm>
          <a:prstGeom prst="roundRect">
            <a:avLst>
              <a:gd name="adj" fmla="val 10909"/>
            </a:avLst>
          </a:prstGeom>
          <a:solidFill>
            <a:srgbClr val="1E5DC8"/>
          </a:solidFill>
          <a:ln w="12700">
            <a:solidFill>
              <a:srgbClr val="1E5DC8"/>
            </a:solidFill>
            <a:prstDash val="solid"/>
          </a:ln>
        </p:spPr>
      </p:sp>
      <p:sp>
        <p:nvSpPr>
          <p:cNvPr id="20" name="Text 29">
            <a:extLst>
              <a:ext uri="{FF2B5EF4-FFF2-40B4-BE49-F238E27FC236}">
                <a16:creationId xmlns:a16="http://schemas.microsoft.com/office/drawing/2014/main" id="{0AE31AD5-8711-40F4-B5C9-5DA07ABB2369}"/>
              </a:ext>
            </a:extLst>
          </p:cNvPr>
          <p:cNvSpPr/>
          <p:nvPr/>
        </p:nvSpPr>
        <p:spPr>
          <a:xfrm>
            <a:off x="6256843" y="6208939"/>
            <a:ext cx="406908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Montserrat" panose="00000500000000000000" pitchFamily="2" charset="-52"/>
                <a:ea typeface="Arial" pitchFamily="34" charset="-122"/>
                <a:cs typeface="Arial" pitchFamily="34" charset="-120"/>
              </a:rPr>
              <a:t>Критических</a:t>
            </a:r>
            <a:r>
              <a:rPr lang="en-US" sz="1400" b="1" dirty="0">
                <a:solidFill>
                  <a:srgbClr val="FFFFFF"/>
                </a:solidFill>
                <a:latin typeface="Montserrat" panose="00000500000000000000" pitchFamily="2" charset="-52"/>
                <a:ea typeface="Arial" pitchFamily="34" charset="-122"/>
                <a:cs typeface="Arial" pitchFamily="34" charset="-120"/>
              </a:rPr>
              <a:t> ошибок не выявлено</a:t>
            </a:r>
            <a:endParaRPr lang="en-US" sz="1400" dirty="0">
              <a:latin typeface="Montserrat" panose="00000500000000000000" pitchFamily="2" charset="-52"/>
            </a:endParaRPr>
          </a:p>
        </p:txBody>
      </p:sp>
      <p:sp>
        <p:nvSpPr>
          <p:cNvPr id="53" name="Rectangle 279">
            <a:extLst>
              <a:ext uri="{FF2B5EF4-FFF2-40B4-BE49-F238E27FC236}">
                <a16:creationId xmlns:a16="http://schemas.microsoft.com/office/drawing/2014/main" id="{652DE1EE-C4B8-47EF-91AC-6F272A2B9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54" name="Rectangle 279">
            <a:extLst>
              <a:ext uri="{FF2B5EF4-FFF2-40B4-BE49-F238E27FC236}">
                <a16:creationId xmlns:a16="http://schemas.microsoft.com/office/drawing/2014/main" id="{3ED4DC92-9485-4B9A-BF9B-9887DF3D0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55" name="Rectangle 279">
            <a:extLst>
              <a:ext uri="{FF2B5EF4-FFF2-40B4-BE49-F238E27FC236}">
                <a16:creationId xmlns:a16="http://schemas.microsoft.com/office/drawing/2014/main" id="{B6E1662B-10C1-4863-8F70-72E9594BB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56" name="Rectangle 279">
            <a:extLst>
              <a:ext uri="{FF2B5EF4-FFF2-40B4-BE49-F238E27FC236}">
                <a16:creationId xmlns:a16="http://schemas.microsoft.com/office/drawing/2014/main" id="{7638110B-F026-4C8F-ACEA-DAB283236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10B981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10B98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57" name="Rectangle 279">
            <a:extLst>
              <a:ext uri="{FF2B5EF4-FFF2-40B4-BE49-F238E27FC236}">
                <a16:creationId xmlns:a16="http://schemas.microsoft.com/office/drawing/2014/main" id="{5B5C2A6B-5B8C-4962-8EF3-CAE24BFAF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58" name="Прямая соединительная линия 57">
            <a:extLst>
              <a:ext uri="{FF2B5EF4-FFF2-40B4-BE49-F238E27FC236}">
                <a16:creationId xmlns:a16="http://schemas.microsoft.com/office/drawing/2014/main" id="{AA6C4AD2-4F03-48A6-87D6-BFAF7A11C943}"/>
              </a:ext>
            </a:extLst>
          </p:cNvPr>
          <p:cNvCxnSpPr>
            <a:cxnSpLocks/>
          </p:cNvCxnSpPr>
          <p:nvPr/>
        </p:nvCxnSpPr>
        <p:spPr>
          <a:xfrm>
            <a:off x="3962388" y="659151"/>
            <a:ext cx="1050555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3">
            <a:extLst>
              <a:ext uri="{FF2B5EF4-FFF2-40B4-BE49-F238E27FC236}">
                <a16:creationId xmlns:a16="http://schemas.microsoft.com/office/drawing/2014/main" id="{687CDD04-6EA9-4F8C-BFDB-BF0EDF52870F}"/>
              </a:ext>
            </a:extLst>
          </p:cNvPr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167B2F7-F969-4977-9D49-23E59AA117D2}"/>
              </a:ext>
            </a:extLst>
          </p:cNvPr>
          <p:cNvSpPr txBox="1"/>
          <p:nvPr/>
        </p:nvSpPr>
        <p:spPr>
          <a:xfrm>
            <a:off x="790163" y="869789"/>
            <a:ext cx="66843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dirty="0"/>
              <a:t>ТЕСТИРОВАНИЕ</a:t>
            </a:r>
            <a:endParaRPr dirty="0"/>
          </a:p>
        </p:txBody>
      </p:sp>
      <p:pic>
        <p:nvPicPr>
          <p:cNvPr id="65" name="Рисунок 64">
            <a:extLst>
              <a:ext uri="{FF2B5EF4-FFF2-40B4-BE49-F238E27FC236}">
                <a16:creationId xmlns:a16="http://schemas.microsoft.com/office/drawing/2014/main" id="{AB33C105-6129-429D-B622-167D015C3D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844" y="1964436"/>
            <a:ext cx="359918" cy="359918"/>
          </a:xfrm>
          <a:prstGeom prst="rect">
            <a:avLst/>
          </a:prstGeom>
        </p:spPr>
      </p:pic>
      <p:sp>
        <p:nvSpPr>
          <p:cNvPr id="66" name="TextBox 17">
            <a:extLst>
              <a:ext uri="{FF2B5EF4-FFF2-40B4-BE49-F238E27FC236}">
                <a16:creationId xmlns:a16="http://schemas.microsoft.com/office/drawing/2014/main" id="{24FC0096-3399-4B1B-A71D-976C68D30B43}"/>
              </a:ext>
            </a:extLst>
          </p:cNvPr>
          <p:cNvSpPr txBox="1"/>
          <p:nvPr/>
        </p:nvSpPr>
        <p:spPr>
          <a:xfrm>
            <a:off x="1156052" y="1955022"/>
            <a:ext cx="5978172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Регистрация / аутентификация пользователя</a:t>
            </a:r>
          </a:p>
        </p:txBody>
      </p:sp>
      <p:sp>
        <p:nvSpPr>
          <p:cNvPr id="67" name="TextBox 17">
            <a:extLst>
              <a:ext uri="{FF2B5EF4-FFF2-40B4-BE49-F238E27FC236}">
                <a16:creationId xmlns:a16="http://schemas.microsoft.com/office/drawing/2014/main" id="{E05CC258-8BC0-44C2-A431-4A075D3379F3}"/>
              </a:ext>
            </a:extLst>
          </p:cNvPr>
          <p:cNvSpPr txBox="1"/>
          <p:nvPr/>
        </p:nvSpPr>
        <p:spPr>
          <a:xfrm>
            <a:off x="1143272" y="2668772"/>
            <a:ext cx="4550518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Редактирование личного профиля</a:t>
            </a:r>
          </a:p>
        </p:txBody>
      </p:sp>
      <p:sp>
        <p:nvSpPr>
          <p:cNvPr id="68" name="TextBox 17">
            <a:extLst>
              <a:ext uri="{FF2B5EF4-FFF2-40B4-BE49-F238E27FC236}">
                <a16:creationId xmlns:a16="http://schemas.microsoft.com/office/drawing/2014/main" id="{AFFC2B4E-BA30-45CE-9750-422F722C1C23}"/>
              </a:ext>
            </a:extLst>
          </p:cNvPr>
          <p:cNvSpPr txBox="1"/>
          <p:nvPr/>
        </p:nvSpPr>
        <p:spPr>
          <a:xfrm>
            <a:off x="1156052" y="3339108"/>
            <a:ext cx="4208428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Добавление объектов / отзывов</a:t>
            </a:r>
          </a:p>
        </p:txBody>
      </p:sp>
      <p:sp>
        <p:nvSpPr>
          <p:cNvPr id="69" name="TextBox 17">
            <a:extLst>
              <a:ext uri="{FF2B5EF4-FFF2-40B4-BE49-F238E27FC236}">
                <a16:creationId xmlns:a16="http://schemas.microsoft.com/office/drawing/2014/main" id="{18047390-C0B2-4AF8-B81C-D58AE77A809C}"/>
              </a:ext>
            </a:extLst>
          </p:cNvPr>
          <p:cNvSpPr txBox="1"/>
          <p:nvPr/>
        </p:nvSpPr>
        <p:spPr>
          <a:xfrm>
            <a:off x="1156052" y="4006843"/>
            <a:ext cx="5458108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Работоспособность интерактивной карты</a:t>
            </a:r>
          </a:p>
        </p:txBody>
      </p:sp>
      <p:sp>
        <p:nvSpPr>
          <p:cNvPr id="70" name="TextBox 17">
            <a:extLst>
              <a:ext uri="{FF2B5EF4-FFF2-40B4-BE49-F238E27FC236}">
                <a16:creationId xmlns:a16="http://schemas.microsoft.com/office/drawing/2014/main" id="{590D6E1B-D1FC-4734-A3A8-F9771A125EB4}"/>
              </a:ext>
            </a:extLst>
          </p:cNvPr>
          <p:cNvSpPr txBox="1"/>
          <p:nvPr/>
        </p:nvSpPr>
        <p:spPr>
          <a:xfrm>
            <a:off x="1156052" y="4676441"/>
            <a:ext cx="3187348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Система рекомендаций</a:t>
            </a:r>
          </a:p>
        </p:txBody>
      </p:sp>
      <p:sp>
        <p:nvSpPr>
          <p:cNvPr id="71" name="TextBox 17">
            <a:extLst>
              <a:ext uri="{FF2B5EF4-FFF2-40B4-BE49-F238E27FC236}">
                <a16:creationId xmlns:a16="http://schemas.microsoft.com/office/drawing/2014/main" id="{E0C99DE5-5297-42BC-ABCD-BDE4A11CB28C}"/>
              </a:ext>
            </a:extLst>
          </p:cNvPr>
          <p:cNvSpPr txBox="1"/>
          <p:nvPr/>
        </p:nvSpPr>
        <p:spPr>
          <a:xfrm>
            <a:off x="1156052" y="5346323"/>
            <a:ext cx="3043443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Статистика платформы</a:t>
            </a:r>
          </a:p>
        </p:txBody>
      </p:sp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D4881CF8-59BC-44CF-8794-C2E2BDF238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102" y="2645658"/>
            <a:ext cx="359918" cy="359918"/>
          </a:xfrm>
          <a:prstGeom prst="rect">
            <a:avLst/>
          </a:prstGeom>
        </p:spPr>
      </p:pic>
      <p:pic>
        <p:nvPicPr>
          <p:cNvPr id="73" name="Рисунок 72">
            <a:extLst>
              <a:ext uri="{FF2B5EF4-FFF2-40B4-BE49-F238E27FC236}">
                <a16:creationId xmlns:a16="http://schemas.microsoft.com/office/drawing/2014/main" id="{D35988F8-5EB2-4FD2-A20A-94AB5934D5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786" y="3326880"/>
            <a:ext cx="359918" cy="359918"/>
          </a:xfrm>
          <a:prstGeom prst="rect">
            <a:avLst/>
          </a:prstGeom>
        </p:spPr>
      </p:pic>
      <p:pic>
        <p:nvPicPr>
          <p:cNvPr id="74" name="Рисунок 73">
            <a:extLst>
              <a:ext uri="{FF2B5EF4-FFF2-40B4-BE49-F238E27FC236}">
                <a16:creationId xmlns:a16="http://schemas.microsoft.com/office/drawing/2014/main" id="{1C14D2AD-97F3-4371-9A05-07CE27EF85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849" y="4008119"/>
            <a:ext cx="359918" cy="359918"/>
          </a:xfrm>
          <a:prstGeom prst="rect">
            <a:avLst/>
          </a:prstGeom>
        </p:spPr>
      </p:pic>
      <p:pic>
        <p:nvPicPr>
          <p:cNvPr id="75" name="Рисунок 74">
            <a:extLst>
              <a:ext uri="{FF2B5EF4-FFF2-40B4-BE49-F238E27FC236}">
                <a16:creationId xmlns:a16="http://schemas.microsoft.com/office/drawing/2014/main" id="{10728259-8E68-4D69-89F3-2497FD64F2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478" y="4689324"/>
            <a:ext cx="359918" cy="359918"/>
          </a:xfrm>
          <a:prstGeom prst="rect">
            <a:avLst/>
          </a:prstGeom>
        </p:spPr>
      </p:pic>
      <p:pic>
        <p:nvPicPr>
          <p:cNvPr id="76" name="Рисунок 75">
            <a:extLst>
              <a:ext uri="{FF2B5EF4-FFF2-40B4-BE49-F238E27FC236}">
                <a16:creationId xmlns:a16="http://schemas.microsoft.com/office/drawing/2014/main" id="{3E8D4CDB-993E-4AB1-9DF5-C517FF6C9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478" y="5370529"/>
            <a:ext cx="359918" cy="359918"/>
          </a:xfrm>
          <a:prstGeom prst="rect">
            <a:avLst/>
          </a:prstGeom>
        </p:spPr>
      </p:pic>
      <p:sp>
        <p:nvSpPr>
          <p:cNvPr id="78" name="Freeform 9">
            <a:extLst>
              <a:ext uri="{FF2B5EF4-FFF2-40B4-BE49-F238E27FC236}">
                <a16:creationId xmlns:a16="http://schemas.microsoft.com/office/drawing/2014/main" id="{2615FFBB-B073-42AF-88D2-A1E52D94ACBF}"/>
              </a:ext>
            </a:extLst>
          </p:cNvPr>
          <p:cNvSpPr/>
          <p:nvPr/>
        </p:nvSpPr>
        <p:spPr>
          <a:xfrm>
            <a:off x="7689800" y="2566389"/>
            <a:ext cx="3859052" cy="943429"/>
          </a:xfrm>
          <a:custGeom>
            <a:avLst/>
            <a:gdLst/>
            <a:ahLst/>
            <a:cxnLst/>
            <a:rect l="l" t="t" r="r" b="b"/>
            <a:pathLst>
              <a:path w="1332057" h="855413">
                <a:moveTo>
                  <a:pt x="53576" y="0"/>
                </a:moveTo>
                <a:lnTo>
                  <a:pt x="1278481" y="0"/>
                </a:lnTo>
                <a:cubicBezTo>
                  <a:pt x="1308070" y="0"/>
                  <a:pt x="1332057" y="23987"/>
                  <a:pt x="1332057" y="53576"/>
                </a:cubicBezTo>
                <a:lnTo>
                  <a:pt x="1332057" y="801837"/>
                </a:lnTo>
                <a:cubicBezTo>
                  <a:pt x="1332057" y="831426"/>
                  <a:pt x="1308070" y="855413"/>
                  <a:pt x="1278481" y="855413"/>
                </a:cubicBezTo>
                <a:lnTo>
                  <a:pt x="53576" y="855413"/>
                </a:lnTo>
                <a:cubicBezTo>
                  <a:pt x="23987" y="855413"/>
                  <a:pt x="0" y="831426"/>
                  <a:pt x="0" y="801837"/>
                </a:cubicBezTo>
                <a:lnTo>
                  <a:pt x="0" y="53576"/>
                </a:lnTo>
                <a:cubicBezTo>
                  <a:pt x="0" y="23987"/>
                  <a:pt x="23987" y="0"/>
                  <a:pt x="53576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2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20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40000"/>
                  </a:srgbClr>
                </a:gs>
              </a:gsLst>
              <a:lin ang="2700000"/>
            </a:gradFill>
            <a:prstDash val="solid"/>
            <a:round/>
          </a:ln>
        </p:spPr>
      </p:sp>
      <p:sp>
        <p:nvSpPr>
          <p:cNvPr id="79" name="Freeform 9">
            <a:extLst>
              <a:ext uri="{FF2B5EF4-FFF2-40B4-BE49-F238E27FC236}">
                <a16:creationId xmlns:a16="http://schemas.microsoft.com/office/drawing/2014/main" id="{04EE055B-776B-4056-ACBD-AF1FE6FF1656}"/>
              </a:ext>
            </a:extLst>
          </p:cNvPr>
          <p:cNvSpPr/>
          <p:nvPr/>
        </p:nvSpPr>
        <p:spPr>
          <a:xfrm>
            <a:off x="7700987" y="3724069"/>
            <a:ext cx="3859052" cy="943429"/>
          </a:xfrm>
          <a:custGeom>
            <a:avLst/>
            <a:gdLst/>
            <a:ahLst/>
            <a:cxnLst/>
            <a:rect l="l" t="t" r="r" b="b"/>
            <a:pathLst>
              <a:path w="1332057" h="855413">
                <a:moveTo>
                  <a:pt x="53576" y="0"/>
                </a:moveTo>
                <a:lnTo>
                  <a:pt x="1278481" y="0"/>
                </a:lnTo>
                <a:cubicBezTo>
                  <a:pt x="1308070" y="0"/>
                  <a:pt x="1332057" y="23987"/>
                  <a:pt x="1332057" y="53576"/>
                </a:cubicBezTo>
                <a:lnTo>
                  <a:pt x="1332057" y="801837"/>
                </a:lnTo>
                <a:cubicBezTo>
                  <a:pt x="1332057" y="831426"/>
                  <a:pt x="1308070" y="855413"/>
                  <a:pt x="1278481" y="855413"/>
                </a:cubicBezTo>
                <a:lnTo>
                  <a:pt x="53576" y="855413"/>
                </a:lnTo>
                <a:cubicBezTo>
                  <a:pt x="23987" y="855413"/>
                  <a:pt x="0" y="831426"/>
                  <a:pt x="0" y="801837"/>
                </a:cubicBezTo>
                <a:lnTo>
                  <a:pt x="0" y="53576"/>
                </a:lnTo>
                <a:cubicBezTo>
                  <a:pt x="0" y="23987"/>
                  <a:pt x="23987" y="0"/>
                  <a:pt x="53576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2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20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40000"/>
                  </a:srgbClr>
                </a:gs>
              </a:gsLst>
              <a:lin ang="2700000"/>
            </a:gradFill>
            <a:prstDash val="solid"/>
            <a:round/>
          </a:ln>
        </p:spPr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9458CF1-2640-45BF-98EE-ADFCF5E6391E}"/>
              </a:ext>
            </a:extLst>
          </p:cNvPr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0" t="11521" r="3806" b="13401"/>
          <a:stretch/>
        </p:blipFill>
        <p:spPr>
          <a:xfrm>
            <a:off x="8028734" y="2676460"/>
            <a:ext cx="3257723" cy="717997"/>
          </a:xfrm>
          <a:prstGeom prst="rect">
            <a:avLst/>
          </a:prstGeom>
          <a:ln>
            <a:noFill/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A47E4BF-4874-4A21-BA42-CB5225762BE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13" t="3351" r="1213" b="7646"/>
          <a:stretch/>
        </p:blipFill>
        <p:spPr>
          <a:xfrm>
            <a:off x="8028734" y="3842403"/>
            <a:ext cx="3257722" cy="716356"/>
          </a:xfrm>
          <a:prstGeom prst="rect">
            <a:avLst/>
          </a:prstGeom>
        </p:spPr>
      </p:pic>
      <p:sp>
        <p:nvSpPr>
          <p:cNvPr id="77" name="Прямоугольник: скругленные углы 76">
            <a:extLst>
              <a:ext uri="{FF2B5EF4-FFF2-40B4-BE49-F238E27FC236}">
                <a16:creationId xmlns:a16="http://schemas.microsoft.com/office/drawing/2014/main" id="{3ACEF26E-0CD8-430F-9D23-8184737603C0}"/>
              </a:ext>
            </a:extLst>
          </p:cNvPr>
          <p:cNvSpPr/>
          <p:nvPr/>
        </p:nvSpPr>
        <p:spPr>
          <a:xfrm>
            <a:off x="11443957" y="6532880"/>
            <a:ext cx="568357" cy="29280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A176D2C-018A-4A5E-993F-145A631A36A7}"/>
              </a:ext>
            </a:extLst>
          </p:cNvPr>
          <p:cNvSpPr txBox="1"/>
          <p:nvPr/>
        </p:nvSpPr>
        <p:spPr>
          <a:xfrm>
            <a:off x="11560038" y="6498176"/>
            <a:ext cx="3361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sz="1600" dirty="0">
                <a:solidFill>
                  <a:srgbClr val="10B981"/>
                </a:solidFill>
              </a:rPr>
              <a:t>8</a:t>
            </a:r>
            <a:endParaRPr sz="1600" dirty="0">
              <a:solidFill>
                <a:srgbClr val="10B981"/>
              </a:solidFill>
            </a:endParaRPr>
          </a:p>
        </p:txBody>
      </p:sp>
      <p:sp>
        <p:nvSpPr>
          <p:cNvPr id="82" name="Freeform 9">
            <a:extLst>
              <a:ext uri="{FF2B5EF4-FFF2-40B4-BE49-F238E27FC236}">
                <a16:creationId xmlns:a16="http://schemas.microsoft.com/office/drawing/2014/main" id="{4560A5C8-B204-406C-8FE7-1E6AACA7AC9E}"/>
              </a:ext>
            </a:extLst>
          </p:cNvPr>
          <p:cNvSpPr/>
          <p:nvPr/>
        </p:nvSpPr>
        <p:spPr>
          <a:xfrm>
            <a:off x="7728070" y="4878487"/>
            <a:ext cx="3859052" cy="943429"/>
          </a:xfrm>
          <a:custGeom>
            <a:avLst/>
            <a:gdLst/>
            <a:ahLst/>
            <a:cxnLst/>
            <a:rect l="l" t="t" r="r" b="b"/>
            <a:pathLst>
              <a:path w="1332057" h="855413">
                <a:moveTo>
                  <a:pt x="53576" y="0"/>
                </a:moveTo>
                <a:lnTo>
                  <a:pt x="1278481" y="0"/>
                </a:lnTo>
                <a:cubicBezTo>
                  <a:pt x="1308070" y="0"/>
                  <a:pt x="1332057" y="23987"/>
                  <a:pt x="1332057" y="53576"/>
                </a:cubicBezTo>
                <a:lnTo>
                  <a:pt x="1332057" y="801837"/>
                </a:lnTo>
                <a:cubicBezTo>
                  <a:pt x="1332057" y="831426"/>
                  <a:pt x="1308070" y="855413"/>
                  <a:pt x="1278481" y="855413"/>
                </a:cubicBezTo>
                <a:lnTo>
                  <a:pt x="53576" y="855413"/>
                </a:lnTo>
                <a:cubicBezTo>
                  <a:pt x="23987" y="855413"/>
                  <a:pt x="0" y="831426"/>
                  <a:pt x="0" y="801837"/>
                </a:cubicBezTo>
                <a:lnTo>
                  <a:pt x="0" y="53576"/>
                </a:lnTo>
                <a:cubicBezTo>
                  <a:pt x="0" y="23987"/>
                  <a:pt x="23987" y="0"/>
                  <a:pt x="53576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2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20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40000"/>
                  </a:srgbClr>
                </a:gs>
              </a:gsLst>
              <a:lin ang="2700000"/>
            </a:gradFill>
            <a:prstDash val="solid"/>
            <a:round/>
          </a:ln>
        </p:spPr>
      </p:sp>
      <p:pic>
        <p:nvPicPr>
          <p:cNvPr id="81" name="Рисунок 80">
            <a:extLst>
              <a:ext uri="{FF2B5EF4-FFF2-40B4-BE49-F238E27FC236}">
                <a16:creationId xmlns:a16="http://schemas.microsoft.com/office/drawing/2014/main" id="{E0CBA0EA-CA89-4C0D-9193-35CDE8AC73C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920" t="5091" r="2325" b="3560"/>
          <a:stretch/>
        </p:blipFill>
        <p:spPr>
          <a:xfrm>
            <a:off x="8044222" y="4983583"/>
            <a:ext cx="3278849" cy="7179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C2A4CFD-DD6A-43E3-8DD3-738C1B813E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7001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5" name="Rectangle 279">
            <a:extLst>
              <a:ext uri="{FF2B5EF4-FFF2-40B4-BE49-F238E27FC236}">
                <a16:creationId xmlns:a16="http://schemas.microsoft.com/office/drawing/2014/main" id="{9BB7CAFB-965F-47A3-85DA-B59B3256F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6" name="Rectangle 279">
            <a:extLst>
              <a:ext uri="{FF2B5EF4-FFF2-40B4-BE49-F238E27FC236}">
                <a16:creationId xmlns:a16="http://schemas.microsoft.com/office/drawing/2014/main" id="{BC684271-6831-4B29-8782-6E3AA69F7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7" name="Rectangle 279">
            <a:extLst>
              <a:ext uri="{FF2B5EF4-FFF2-40B4-BE49-F238E27FC236}">
                <a16:creationId xmlns:a16="http://schemas.microsoft.com/office/drawing/2014/main" id="{6615B32B-60BB-4AFE-B4C7-5FDAFD54E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8" name="Rectangle 279">
            <a:extLst>
              <a:ext uri="{FF2B5EF4-FFF2-40B4-BE49-F238E27FC236}">
                <a16:creationId xmlns:a16="http://schemas.microsoft.com/office/drawing/2014/main" id="{8A5B35C1-20EF-4700-A4FE-A59E8A645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10B981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10B98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9" name="Rectangle 279">
            <a:extLst>
              <a:ext uri="{FF2B5EF4-FFF2-40B4-BE49-F238E27FC236}">
                <a16:creationId xmlns:a16="http://schemas.microsoft.com/office/drawing/2014/main" id="{8A206B74-3436-4A69-9148-715F0591F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9A8301C4-2ED5-4E92-A2B3-C60E2DEC88D9}"/>
              </a:ext>
            </a:extLst>
          </p:cNvPr>
          <p:cNvCxnSpPr>
            <a:cxnSpLocks/>
          </p:cNvCxnSpPr>
          <p:nvPr/>
        </p:nvCxnSpPr>
        <p:spPr>
          <a:xfrm>
            <a:off x="3962388" y="659151"/>
            <a:ext cx="1050555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3">
            <a:extLst>
              <a:ext uri="{FF2B5EF4-FFF2-40B4-BE49-F238E27FC236}">
                <a16:creationId xmlns:a16="http://schemas.microsoft.com/office/drawing/2014/main" id="{1F29598D-479C-42B8-BCAD-0078532380B4}"/>
              </a:ext>
            </a:extLst>
          </p:cNvPr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7B4D21-8D66-4942-AA4F-7B37DE7E288F}"/>
              </a:ext>
            </a:extLst>
          </p:cNvPr>
          <p:cNvSpPr txBox="1"/>
          <p:nvPr/>
        </p:nvSpPr>
        <p:spPr>
          <a:xfrm>
            <a:off x="790162" y="869789"/>
            <a:ext cx="77701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dirty="0"/>
              <a:t>РУКОВОДСТВО ПОЛЬЗОВАТЕЛЯ</a:t>
            </a:r>
            <a:endParaRPr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F377471-4D30-403D-9425-A37E86B22954}"/>
              </a:ext>
            </a:extLst>
          </p:cNvPr>
          <p:cNvSpPr/>
          <p:nvPr/>
        </p:nvSpPr>
        <p:spPr>
          <a:xfrm>
            <a:off x="11443957" y="6532880"/>
            <a:ext cx="568357" cy="29280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E9D57D-24AA-4B2B-89DC-8A3C1299473D}"/>
              </a:ext>
            </a:extLst>
          </p:cNvPr>
          <p:cNvSpPr txBox="1"/>
          <p:nvPr/>
        </p:nvSpPr>
        <p:spPr>
          <a:xfrm>
            <a:off x="11560038" y="6498176"/>
            <a:ext cx="3361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sz="1600" dirty="0">
                <a:solidFill>
                  <a:srgbClr val="10B981"/>
                </a:solidFill>
              </a:rPr>
              <a:t>9</a:t>
            </a:r>
            <a:endParaRPr sz="1600" dirty="0">
              <a:solidFill>
                <a:srgbClr val="10B981"/>
              </a:solidFill>
            </a:endParaRPr>
          </a:p>
        </p:txBody>
      </p:sp>
      <p:sp>
        <p:nvSpPr>
          <p:cNvPr id="24" name="TextBox 17">
            <a:extLst>
              <a:ext uri="{FF2B5EF4-FFF2-40B4-BE49-F238E27FC236}">
                <a16:creationId xmlns:a16="http://schemas.microsoft.com/office/drawing/2014/main" id="{8C618FCE-AB1C-4738-973E-9AAAC6B34E18}"/>
              </a:ext>
            </a:extLst>
          </p:cNvPr>
          <p:cNvSpPr txBox="1"/>
          <p:nvPr/>
        </p:nvSpPr>
        <p:spPr>
          <a:xfrm>
            <a:off x="0" y="6423106"/>
            <a:ext cx="12192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Главная страница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409142-A6AB-4983-9E1C-6DD377AD9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41" y="2109886"/>
            <a:ext cx="5904306" cy="384219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1FE5E0-3E14-44C1-B519-F2B7382719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0254" y="1704793"/>
            <a:ext cx="5904306" cy="45100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C2A4CFD-DD6A-43E3-8DD3-738C1B813E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7001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5" name="Rectangle 279">
            <a:extLst>
              <a:ext uri="{FF2B5EF4-FFF2-40B4-BE49-F238E27FC236}">
                <a16:creationId xmlns:a16="http://schemas.microsoft.com/office/drawing/2014/main" id="{9BB7CAFB-965F-47A3-85DA-B59B3256F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6" name="Rectangle 279">
            <a:extLst>
              <a:ext uri="{FF2B5EF4-FFF2-40B4-BE49-F238E27FC236}">
                <a16:creationId xmlns:a16="http://schemas.microsoft.com/office/drawing/2014/main" id="{BC684271-6831-4B29-8782-6E3AA69F7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7" name="Rectangle 279">
            <a:extLst>
              <a:ext uri="{FF2B5EF4-FFF2-40B4-BE49-F238E27FC236}">
                <a16:creationId xmlns:a16="http://schemas.microsoft.com/office/drawing/2014/main" id="{6615B32B-60BB-4AFE-B4C7-5FDAFD54E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8" name="Rectangle 279">
            <a:extLst>
              <a:ext uri="{FF2B5EF4-FFF2-40B4-BE49-F238E27FC236}">
                <a16:creationId xmlns:a16="http://schemas.microsoft.com/office/drawing/2014/main" id="{8A5B35C1-20EF-4700-A4FE-A59E8A645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10B981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10B98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9" name="Rectangle 279">
            <a:extLst>
              <a:ext uri="{FF2B5EF4-FFF2-40B4-BE49-F238E27FC236}">
                <a16:creationId xmlns:a16="http://schemas.microsoft.com/office/drawing/2014/main" id="{8A206B74-3436-4A69-9148-715F0591F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9A8301C4-2ED5-4E92-A2B3-C60E2DEC88D9}"/>
              </a:ext>
            </a:extLst>
          </p:cNvPr>
          <p:cNvCxnSpPr>
            <a:cxnSpLocks/>
          </p:cNvCxnSpPr>
          <p:nvPr/>
        </p:nvCxnSpPr>
        <p:spPr>
          <a:xfrm>
            <a:off x="3962388" y="659151"/>
            <a:ext cx="1050555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3">
            <a:extLst>
              <a:ext uri="{FF2B5EF4-FFF2-40B4-BE49-F238E27FC236}">
                <a16:creationId xmlns:a16="http://schemas.microsoft.com/office/drawing/2014/main" id="{1F29598D-479C-42B8-BCAD-0078532380B4}"/>
              </a:ext>
            </a:extLst>
          </p:cNvPr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7B4D21-8D66-4942-AA4F-7B37DE7E288F}"/>
              </a:ext>
            </a:extLst>
          </p:cNvPr>
          <p:cNvSpPr txBox="1"/>
          <p:nvPr/>
        </p:nvSpPr>
        <p:spPr>
          <a:xfrm>
            <a:off x="790162" y="869789"/>
            <a:ext cx="77701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dirty="0"/>
              <a:t>РУКОВОДСТВО ПОЛЬЗОВАТЕЛЯ</a:t>
            </a:r>
            <a:endParaRPr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F377471-4D30-403D-9425-A37E86B22954}"/>
              </a:ext>
            </a:extLst>
          </p:cNvPr>
          <p:cNvSpPr/>
          <p:nvPr/>
        </p:nvSpPr>
        <p:spPr>
          <a:xfrm>
            <a:off x="11443957" y="6532880"/>
            <a:ext cx="568357" cy="29280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E9D57D-24AA-4B2B-89DC-8A3C1299473D}"/>
              </a:ext>
            </a:extLst>
          </p:cNvPr>
          <p:cNvSpPr txBox="1"/>
          <p:nvPr/>
        </p:nvSpPr>
        <p:spPr>
          <a:xfrm>
            <a:off x="11560038" y="6498176"/>
            <a:ext cx="452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sz="1600" dirty="0">
                <a:solidFill>
                  <a:srgbClr val="10B981"/>
                </a:solidFill>
              </a:rPr>
              <a:t>10</a:t>
            </a:r>
            <a:endParaRPr sz="1600" dirty="0">
              <a:solidFill>
                <a:srgbClr val="10B981"/>
              </a:solidFill>
            </a:endParaRP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AEE5BCDA-990B-4E54-8D34-881860A704DC}"/>
              </a:ext>
            </a:extLst>
          </p:cNvPr>
          <p:cNvSpPr txBox="1"/>
          <p:nvPr/>
        </p:nvSpPr>
        <p:spPr>
          <a:xfrm>
            <a:off x="1545225" y="6378701"/>
            <a:ext cx="3547152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Вход в систему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FF65DB29-A178-49B7-9A27-392F634193D9}"/>
              </a:ext>
            </a:extLst>
          </p:cNvPr>
          <p:cNvSpPr txBox="1"/>
          <p:nvPr/>
        </p:nvSpPr>
        <p:spPr>
          <a:xfrm>
            <a:off x="6797839" y="6378701"/>
            <a:ext cx="334644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Регистрация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FAA1155-B4B0-442A-AACC-BB38A89216B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65" t="2390" r="2239" b="1196"/>
          <a:stretch/>
        </p:blipFill>
        <p:spPr>
          <a:xfrm>
            <a:off x="1607820" y="1958339"/>
            <a:ext cx="3405123" cy="436626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556B2E-A97F-471A-ACA7-3B67FE2A1AD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254" t="1186" r="2111" b="1159"/>
          <a:stretch/>
        </p:blipFill>
        <p:spPr>
          <a:xfrm>
            <a:off x="6873240" y="1760220"/>
            <a:ext cx="3200400" cy="456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81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C2A4CFD-DD6A-43E3-8DD3-738C1B813E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7001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5" name="Rectangle 279">
            <a:extLst>
              <a:ext uri="{FF2B5EF4-FFF2-40B4-BE49-F238E27FC236}">
                <a16:creationId xmlns:a16="http://schemas.microsoft.com/office/drawing/2014/main" id="{9BB7CAFB-965F-47A3-85DA-B59B3256F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6" name="Rectangle 279">
            <a:extLst>
              <a:ext uri="{FF2B5EF4-FFF2-40B4-BE49-F238E27FC236}">
                <a16:creationId xmlns:a16="http://schemas.microsoft.com/office/drawing/2014/main" id="{BC684271-6831-4B29-8782-6E3AA69F7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7" name="Rectangle 279">
            <a:extLst>
              <a:ext uri="{FF2B5EF4-FFF2-40B4-BE49-F238E27FC236}">
                <a16:creationId xmlns:a16="http://schemas.microsoft.com/office/drawing/2014/main" id="{6615B32B-60BB-4AFE-B4C7-5FDAFD54E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8" name="Rectangle 279">
            <a:extLst>
              <a:ext uri="{FF2B5EF4-FFF2-40B4-BE49-F238E27FC236}">
                <a16:creationId xmlns:a16="http://schemas.microsoft.com/office/drawing/2014/main" id="{8A5B35C1-20EF-4700-A4FE-A59E8A645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10B981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10B98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9" name="Rectangle 279">
            <a:extLst>
              <a:ext uri="{FF2B5EF4-FFF2-40B4-BE49-F238E27FC236}">
                <a16:creationId xmlns:a16="http://schemas.microsoft.com/office/drawing/2014/main" id="{8A206B74-3436-4A69-9148-715F0591F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9A8301C4-2ED5-4E92-A2B3-C60E2DEC88D9}"/>
              </a:ext>
            </a:extLst>
          </p:cNvPr>
          <p:cNvCxnSpPr>
            <a:cxnSpLocks/>
          </p:cNvCxnSpPr>
          <p:nvPr/>
        </p:nvCxnSpPr>
        <p:spPr>
          <a:xfrm>
            <a:off x="3962388" y="659151"/>
            <a:ext cx="1050555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3">
            <a:extLst>
              <a:ext uri="{FF2B5EF4-FFF2-40B4-BE49-F238E27FC236}">
                <a16:creationId xmlns:a16="http://schemas.microsoft.com/office/drawing/2014/main" id="{1F29598D-479C-42B8-BCAD-0078532380B4}"/>
              </a:ext>
            </a:extLst>
          </p:cNvPr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7B4D21-8D66-4942-AA4F-7B37DE7E288F}"/>
              </a:ext>
            </a:extLst>
          </p:cNvPr>
          <p:cNvSpPr txBox="1"/>
          <p:nvPr/>
        </p:nvSpPr>
        <p:spPr>
          <a:xfrm>
            <a:off x="790162" y="869789"/>
            <a:ext cx="77701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dirty="0"/>
              <a:t>РУКОВОДСТВО ПОЛЬЗОВАТЕЛЯ</a:t>
            </a:r>
            <a:endParaRPr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F377471-4D30-403D-9425-A37E86B22954}"/>
              </a:ext>
            </a:extLst>
          </p:cNvPr>
          <p:cNvSpPr/>
          <p:nvPr/>
        </p:nvSpPr>
        <p:spPr>
          <a:xfrm>
            <a:off x="11443957" y="6532880"/>
            <a:ext cx="568357" cy="29280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E9D57D-24AA-4B2B-89DC-8A3C1299473D}"/>
              </a:ext>
            </a:extLst>
          </p:cNvPr>
          <p:cNvSpPr txBox="1"/>
          <p:nvPr/>
        </p:nvSpPr>
        <p:spPr>
          <a:xfrm>
            <a:off x="11560038" y="6498176"/>
            <a:ext cx="452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sz="1600" dirty="0">
                <a:solidFill>
                  <a:srgbClr val="10B981"/>
                </a:solidFill>
              </a:rPr>
              <a:t>11</a:t>
            </a:r>
            <a:endParaRPr sz="1600" dirty="0">
              <a:solidFill>
                <a:srgbClr val="10B98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E6B1E63-72C5-496C-B8D4-094A7E77B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41" y="1720951"/>
            <a:ext cx="5904306" cy="421337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13C51F1-4163-43A7-83A3-A9958385FE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545" y="2465668"/>
            <a:ext cx="5917596" cy="2455123"/>
          </a:xfrm>
          <a:prstGeom prst="rect">
            <a:avLst/>
          </a:prstGeom>
        </p:spPr>
      </p:pic>
      <p:sp>
        <p:nvSpPr>
          <p:cNvPr id="25" name="TextBox 17">
            <a:extLst>
              <a:ext uri="{FF2B5EF4-FFF2-40B4-BE49-F238E27FC236}">
                <a16:creationId xmlns:a16="http://schemas.microsoft.com/office/drawing/2014/main" id="{CE7EFE79-3BAC-4533-8CC5-84701291F470}"/>
              </a:ext>
            </a:extLst>
          </p:cNvPr>
          <p:cNvSpPr txBox="1"/>
          <p:nvPr/>
        </p:nvSpPr>
        <p:spPr>
          <a:xfrm>
            <a:off x="0" y="6423106"/>
            <a:ext cx="12192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Страница дополнительной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1906552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C2A4CFD-DD6A-43E3-8DD3-738C1B813E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7001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5" name="Rectangle 279">
            <a:extLst>
              <a:ext uri="{FF2B5EF4-FFF2-40B4-BE49-F238E27FC236}">
                <a16:creationId xmlns:a16="http://schemas.microsoft.com/office/drawing/2014/main" id="{9BB7CAFB-965F-47A3-85DA-B59B3256F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6" name="Rectangle 279">
            <a:extLst>
              <a:ext uri="{FF2B5EF4-FFF2-40B4-BE49-F238E27FC236}">
                <a16:creationId xmlns:a16="http://schemas.microsoft.com/office/drawing/2014/main" id="{BC684271-6831-4B29-8782-6E3AA69F7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7" name="Rectangle 279">
            <a:extLst>
              <a:ext uri="{FF2B5EF4-FFF2-40B4-BE49-F238E27FC236}">
                <a16:creationId xmlns:a16="http://schemas.microsoft.com/office/drawing/2014/main" id="{6615B32B-60BB-4AFE-B4C7-5FDAFD54E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8" name="Rectangle 279">
            <a:extLst>
              <a:ext uri="{FF2B5EF4-FFF2-40B4-BE49-F238E27FC236}">
                <a16:creationId xmlns:a16="http://schemas.microsoft.com/office/drawing/2014/main" id="{8A5B35C1-20EF-4700-A4FE-A59E8A645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10B981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10B98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9" name="Rectangle 279">
            <a:extLst>
              <a:ext uri="{FF2B5EF4-FFF2-40B4-BE49-F238E27FC236}">
                <a16:creationId xmlns:a16="http://schemas.microsoft.com/office/drawing/2014/main" id="{8A206B74-3436-4A69-9148-715F0591F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9A8301C4-2ED5-4E92-A2B3-C60E2DEC88D9}"/>
              </a:ext>
            </a:extLst>
          </p:cNvPr>
          <p:cNvCxnSpPr>
            <a:cxnSpLocks/>
          </p:cNvCxnSpPr>
          <p:nvPr/>
        </p:nvCxnSpPr>
        <p:spPr>
          <a:xfrm>
            <a:off x="3962388" y="659151"/>
            <a:ext cx="1050555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3">
            <a:extLst>
              <a:ext uri="{FF2B5EF4-FFF2-40B4-BE49-F238E27FC236}">
                <a16:creationId xmlns:a16="http://schemas.microsoft.com/office/drawing/2014/main" id="{1F29598D-479C-42B8-BCAD-0078532380B4}"/>
              </a:ext>
            </a:extLst>
          </p:cNvPr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7B4D21-8D66-4942-AA4F-7B37DE7E288F}"/>
              </a:ext>
            </a:extLst>
          </p:cNvPr>
          <p:cNvSpPr txBox="1"/>
          <p:nvPr/>
        </p:nvSpPr>
        <p:spPr>
          <a:xfrm>
            <a:off x="790162" y="869789"/>
            <a:ext cx="77701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dirty="0"/>
              <a:t>РУКОВОДСТВО ПОЛЬЗОВАТЕЛЯ</a:t>
            </a:r>
            <a:endParaRPr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F377471-4D30-403D-9425-A37E86B22954}"/>
              </a:ext>
            </a:extLst>
          </p:cNvPr>
          <p:cNvSpPr/>
          <p:nvPr/>
        </p:nvSpPr>
        <p:spPr>
          <a:xfrm>
            <a:off x="11443957" y="6532880"/>
            <a:ext cx="568357" cy="29280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E9D57D-24AA-4B2B-89DC-8A3C1299473D}"/>
              </a:ext>
            </a:extLst>
          </p:cNvPr>
          <p:cNvSpPr txBox="1"/>
          <p:nvPr/>
        </p:nvSpPr>
        <p:spPr>
          <a:xfrm>
            <a:off x="11560038" y="6498176"/>
            <a:ext cx="452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sz="1600" dirty="0">
                <a:solidFill>
                  <a:srgbClr val="10B981"/>
                </a:solidFill>
              </a:rPr>
              <a:t>12</a:t>
            </a:r>
            <a:endParaRPr sz="1600" dirty="0">
              <a:solidFill>
                <a:srgbClr val="10B98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5613C88-E90E-4478-B82C-B4133B927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3705" y="1665200"/>
            <a:ext cx="9464590" cy="4716745"/>
          </a:xfrm>
          <a:prstGeom prst="rect">
            <a:avLst/>
          </a:prstGeom>
        </p:spPr>
      </p:pic>
      <p:sp>
        <p:nvSpPr>
          <p:cNvPr id="24" name="TextBox 17">
            <a:extLst>
              <a:ext uri="{FF2B5EF4-FFF2-40B4-BE49-F238E27FC236}">
                <a16:creationId xmlns:a16="http://schemas.microsoft.com/office/drawing/2014/main" id="{5EA555B7-A8EF-476F-8251-37CC7F244532}"/>
              </a:ext>
            </a:extLst>
          </p:cNvPr>
          <p:cNvSpPr txBox="1"/>
          <p:nvPr/>
        </p:nvSpPr>
        <p:spPr>
          <a:xfrm>
            <a:off x="0" y="6423106"/>
            <a:ext cx="12192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Интерактивная карта</a:t>
            </a:r>
          </a:p>
        </p:txBody>
      </p:sp>
    </p:spTree>
    <p:extLst>
      <p:ext uri="{BB962C8B-B14F-4D97-AF65-F5344CB8AC3E}">
        <p14:creationId xmlns:p14="http://schemas.microsoft.com/office/powerpoint/2010/main" val="4105106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C2A4CFD-DD6A-43E3-8DD3-738C1B813E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7001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5" name="Rectangle 279">
            <a:extLst>
              <a:ext uri="{FF2B5EF4-FFF2-40B4-BE49-F238E27FC236}">
                <a16:creationId xmlns:a16="http://schemas.microsoft.com/office/drawing/2014/main" id="{9BB7CAFB-965F-47A3-85DA-B59B3256F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6" name="Rectangle 279">
            <a:extLst>
              <a:ext uri="{FF2B5EF4-FFF2-40B4-BE49-F238E27FC236}">
                <a16:creationId xmlns:a16="http://schemas.microsoft.com/office/drawing/2014/main" id="{BC684271-6831-4B29-8782-6E3AA69F7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7" name="Rectangle 279">
            <a:extLst>
              <a:ext uri="{FF2B5EF4-FFF2-40B4-BE49-F238E27FC236}">
                <a16:creationId xmlns:a16="http://schemas.microsoft.com/office/drawing/2014/main" id="{6615B32B-60BB-4AFE-B4C7-5FDAFD54E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8" name="Rectangle 279">
            <a:extLst>
              <a:ext uri="{FF2B5EF4-FFF2-40B4-BE49-F238E27FC236}">
                <a16:creationId xmlns:a16="http://schemas.microsoft.com/office/drawing/2014/main" id="{8A5B35C1-20EF-4700-A4FE-A59E8A645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10B981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10B98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9" name="Rectangle 279">
            <a:extLst>
              <a:ext uri="{FF2B5EF4-FFF2-40B4-BE49-F238E27FC236}">
                <a16:creationId xmlns:a16="http://schemas.microsoft.com/office/drawing/2014/main" id="{8A206B74-3436-4A69-9148-715F0591F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9A8301C4-2ED5-4E92-A2B3-C60E2DEC88D9}"/>
              </a:ext>
            </a:extLst>
          </p:cNvPr>
          <p:cNvCxnSpPr>
            <a:cxnSpLocks/>
          </p:cNvCxnSpPr>
          <p:nvPr/>
        </p:nvCxnSpPr>
        <p:spPr>
          <a:xfrm>
            <a:off x="3962388" y="659151"/>
            <a:ext cx="1050555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3">
            <a:extLst>
              <a:ext uri="{FF2B5EF4-FFF2-40B4-BE49-F238E27FC236}">
                <a16:creationId xmlns:a16="http://schemas.microsoft.com/office/drawing/2014/main" id="{1F29598D-479C-42B8-BCAD-0078532380B4}"/>
              </a:ext>
            </a:extLst>
          </p:cNvPr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7B4D21-8D66-4942-AA4F-7B37DE7E288F}"/>
              </a:ext>
            </a:extLst>
          </p:cNvPr>
          <p:cNvSpPr txBox="1"/>
          <p:nvPr/>
        </p:nvSpPr>
        <p:spPr>
          <a:xfrm>
            <a:off x="790162" y="869789"/>
            <a:ext cx="77701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dirty="0"/>
              <a:t>РУКОВОДСТВО ПОЛЬЗОВАТЕЛЯ</a:t>
            </a:r>
            <a:endParaRPr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F377471-4D30-403D-9425-A37E86B22954}"/>
              </a:ext>
            </a:extLst>
          </p:cNvPr>
          <p:cNvSpPr/>
          <p:nvPr/>
        </p:nvSpPr>
        <p:spPr>
          <a:xfrm>
            <a:off x="11443957" y="6532880"/>
            <a:ext cx="568357" cy="29280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E9D57D-24AA-4B2B-89DC-8A3C1299473D}"/>
              </a:ext>
            </a:extLst>
          </p:cNvPr>
          <p:cNvSpPr txBox="1"/>
          <p:nvPr/>
        </p:nvSpPr>
        <p:spPr>
          <a:xfrm>
            <a:off x="11560038" y="6498176"/>
            <a:ext cx="447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sz="1600" dirty="0">
                <a:solidFill>
                  <a:srgbClr val="10B981"/>
                </a:solidFill>
              </a:rPr>
              <a:t>13</a:t>
            </a:r>
            <a:endParaRPr sz="1600" dirty="0">
              <a:solidFill>
                <a:srgbClr val="10B98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E6B1E63-72C5-496C-B8D4-094A7E77BA9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7" t="1213" r="2290"/>
          <a:stretch/>
        </p:blipFill>
        <p:spPr>
          <a:xfrm>
            <a:off x="164307" y="1665201"/>
            <a:ext cx="7228569" cy="359495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13C51F1-4163-43A7-83A3-A9958385FE6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04" t="1890"/>
          <a:stretch/>
        </p:blipFill>
        <p:spPr>
          <a:xfrm>
            <a:off x="4815840" y="2537460"/>
            <a:ext cx="7192118" cy="3509434"/>
          </a:xfrm>
          <a:prstGeom prst="rect">
            <a:avLst/>
          </a:prstGeom>
        </p:spPr>
      </p:pic>
      <p:sp>
        <p:nvSpPr>
          <p:cNvPr id="25" name="TextBox 17">
            <a:extLst>
              <a:ext uri="{FF2B5EF4-FFF2-40B4-BE49-F238E27FC236}">
                <a16:creationId xmlns:a16="http://schemas.microsoft.com/office/drawing/2014/main" id="{CE7EFE79-3BAC-4533-8CC5-84701291F470}"/>
              </a:ext>
            </a:extLst>
          </p:cNvPr>
          <p:cNvSpPr txBox="1"/>
          <p:nvPr/>
        </p:nvSpPr>
        <p:spPr>
          <a:xfrm>
            <a:off x="0" y="6423106"/>
            <a:ext cx="12192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Спутниковая/гибридная интерактивная карта</a:t>
            </a:r>
          </a:p>
        </p:txBody>
      </p:sp>
    </p:spTree>
    <p:extLst>
      <p:ext uri="{BB962C8B-B14F-4D97-AF65-F5344CB8AC3E}">
        <p14:creationId xmlns:p14="http://schemas.microsoft.com/office/powerpoint/2010/main" val="2769747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C2A4CFD-DD6A-43E3-8DD3-738C1B813E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7001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5" name="Rectangle 279">
            <a:extLst>
              <a:ext uri="{FF2B5EF4-FFF2-40B4-BE49-F238E27FC236}">
                <a16:creationId xmlns:a16="http://schemas.microsoft.com/office/drawing/2014/main" id="{9BB7CAFB-965F-47A3-85DA-B59B3256F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6" name="Rectangle 279">
            <a:extLst>
              <a:ext uri="{FF2B5EF4-FFF2-40B4-BE49-F238E27FC236}">
                <a16:creationId xmlns:a16="http://schemas.microsoft.com/office/drawing/2014/main" id="{BC684271-6831-4B29-8782-6E3AA69F7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7" name="Rectangle 279">
            <a:extLst>
              <a:ext uri="{FF2B5EF4-FFF2-40B4-BE49-F238E27FC236}">
                <a16:creationId xmlns:a16="http://schemas.microsoft.com/office/drawing/2014/main" id="{6615B32B-60BB-4AFE-B4C7-5FDAFD54E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8" name="Rectangle 279">
            <a:extLst>
              <a:ext uri="{FF2B5EF4-FFF2-40B4-BE49-F238E27FC236}">
                <a16:creationId xmlns:a16="http://schemas.microsoft.com/office/drawing/2014/main" id="{8A5B35C1-20EF-4700-A4FE-A59E8A645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10B981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10B98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9" name="Rectangle 279">
            <a:extLst>
              <a:ext uri="{FF2B5EF4-FFF2-40B4-BE49-F238E27FC236}">
                <a16:creationId xmlns:a16="http://schemas.microsoft.com/office/drawing/2014/main" id="{8A206B74-3436-4A69-9148-715F0591F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9A8301C4-2ED5-4E92-A2B3-C60E2DEC88D9}"/>
              </a:ext>
            </a:extLst>
          </p:cNvPr>
          <p:cNvCxnSpPr>
            <a:cxnSpLocks/>
          </p:cNvCxnSpPr>
          <p:nvPr/>
        </p:nvCxnSpPr>
        <p:spPr>
          <a:xfrm>
            <a:off x="3962388" y="659151"/>
            <a:ext cx="1050555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3">
            <a:extLst>
              <a:ext uri="{FF2B5EF4-FFF2-40B4-BE49-F238E27FC236}">
                <a16:creationId xmlns:a16="http://schemas.microsoft.com/office/drawing/2014/main" id="{1F29598D-479C-42B8-BCAD-0078532380B4}"/>
              </a:ext>
            </a:extLst>
          </p:cNvPr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7B4D21-8D66-4942-AA4F-7B37DE7E288F}"/>
              </a:ext>
            </a:extLst>
          </p:cNvPr>
          <p:cNvSpPr txBox="1"/>
          <p:nvPr/>
        </p:nvSpPr>
        <p:spPr>
          <a:xfrm>
            <a:off x="790162" y="869789"/>
            <a:ext cx="77701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dirty="0"/>
              <a:t>РУКОВОДСТВО ПОЛЬЗОВАТЕЛЯ</a:t>
            </a:r>
            <a:endParaRPr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F377471-4D30-403D-9425-A37E86B22954}"/>
              </a:ext>
            </a:extLst>
          </p:cNvPr>
          <p:cNvSpPr/>
          <p:nvPr/>
        </p:nvSpPr>
        <p:spPr>
          <a:xfrm>
            <a:off x="11443957" y="6532880"/>
            <a:ext cx="568357" cy="29280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33A0B4D-3CC1-4184-902F-AEDA8682F1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4041" y="1621048"/>
            <a:ext cx="3409394" cy="444603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B05C6DA-A6BA-4833-84CB-43CC5E6153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30957" y="1810587"/>
            <a:ext cx="8177002" cy="4074977"/>
          </a:xfrm>
          <a:prstGeom prst="rect">
            <a:avLst/>
          </a:prstGeom>
        </p:spPr>
      </p:pic>
      <p:sp>
        <p:nvSpPr>
          <p:cNvPr id="24" name="TextBox 17">
            <a:extLst>
              <a:ext uri="{FF2B5EF4-FFF2-40B4-BE49-F238E27FC236}">
                <a16:creationId xmlns:a16="http://schemas.microsoft.com/office/drawing/2014/main" id="{D9897F65-09A2-4074-84AF-A17A2967B1AE}"/>
              </a:ext>
            </a:extLst>
          </p:cNvPr>
          <p:cNvSpPr txBox="1"/>
          <p:nvPr/>
        </p:nvSpPr>
        <p:spPr>
          <a:xfrm>
            <a:off x="0" y="6423106"/>
            <a:ext cx="12192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Применение поисковой строки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D05093-B214-4CB3-81BA-A3C3B3199E2C}"/>
              </a:ext>
            </a:extLst>
          </p:cNvPr>
          <p:cNvSpPr txBox="1"/>
          <p:nvPr/>
        </p:nvSpPr>
        <p:spPr>
          <a:xfrm>
            <a:off x="11560038" y="6498176"/>
            <a:ext cx="447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sz="1600" dirty="0">
                <a:solidFill>
                  <a:srgbClr val="10B981"/>
                </a:solidFill>
              </a:rPr>
              <a:t>14</a:t>
            </a:r>
            <a:endParaRPr sz="1600" dirty="0">
              <a:solidFill>
                <a:srgbClr val="10B98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79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C2A4CFD-DD6A-43E3-8DD3-738C1B813E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7001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5" name="Rectangle 279">
            <a:extLst>
              <a:ext uri="{FF2B5EF4-FFF2-40B4-BE49-F238E27FC236}">
                <a16:creationId xmlns:a16="http://schemas.microsoft.com/office/drawing/2014/main" id="{9BB7CAFB-965F-47A3-85DA-B59B3256F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6" name="Rectangle 279">
            <a:extLst>
              <a:ext uri="{FF2B5EF4-FFF2-40B4-BE49-F238E27FC236}">
                <a16:creationId xmlns:a16="http://schemas.microsoft.com/office/drawing/2014/main" id="{BC684271-6831-4B29-8782-6E3AA69F7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7" name="Rectangle 279">
            <a:extLst>
              <a:ext uri="{FF2B5EF4-FFF2-40B4-BE49-F238E27FC236}">
                <a16:creationId xmlns:a16="http://schemas.microsoft.com/office/drawing/2014/main" id="{6615B32B-60BB-4AFE-B4C7-5FDAFD54E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8" name="Rectangle 279">
            <a:extLst>
              <a:ext uri="{FF2B5EF4-FFF2-40B4-BE49-F238E27FC236}">
                <a16:creationId xmlns:a16="http://schemas.microsoft.com/office/drawing/2014/main" id="{8A5B35C1-20EF-4700-A4FE-A59E8A645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10B981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10B98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9" name="Rectangle 279">
            <a:extLst>
              <a:ext uri="{FF2B5EF4-FFF2-40B4-BE49-F238E27FC236}">
                <a16:creationId xmlns:a16="http://schemas.microsoft.com/office/drawing/2014/main" id="{8A206B74-3436-4A69-9148-715F0591F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9A8301C4-2ED5-4E92-A2B3-C60E2DEC88D9}"/>
              </a:ext>
            </a:extLst>
          </p:cNvPr>
          <p:cNvCxnSpPr>
            <a:cxnSpLocks/>
          </p:cNvCxnSpPr>
          <p:nvPr/>
        </p:nvCxnSpPr>
        <p:spPr>
          <a:xfrm>
            <a:off x="3962388" y="659151"/>
            <a:ext cx="1050555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3">
            <a:extLst>
              <a:ext uri="{FF2B5EF4-FFF2-40B4-BE49-F238E27FC236}">
                <a16:creationId xmlns:a16="http://schemas.microsoft.com/office/drawing/2014/main" id="{1F29598D-479C-42B8-BCAD-0078532380B4}"/>
              </a:ext>
            </a:extLst>
          </p:cNvPr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7B4D21-8D66-4942-AA4F-7B37DE7E288F}"/>
              </a:ext>
            </a:extLst>
          </p:cNvPr>
          <p:cNvSpPr txBox="1"/>
          <p:nvPr/>
        </p:nvSpPr>
        <p:spPr>
          <a:xfrm>
            <a:off x="790162" y="869789"/>
            <a:ext cx="77701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dirty="0"/>
              <a:t>РУКОВОДСТВО ПОЛЬЗОВАТЕЛЯ</a:t>
            </a:r>
            <a:endParaRPr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F377471-4D30-403D-9425-A37E86B22954}"/>
              </a:ext>
            </a:extLst>
          </p:cNvPr>
          <p:cNvSpPr/>
          <p:nvPr/>
        </p:nvSpPr>
        <p:spPr>
          <a:xfrm>
            <a:off x="11443957" y="6532880"/>
            <a:ext cx="568357" cy="29280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33A0B4D-3CC1-4184-902F-AEDA8682F1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55" r="1" b="1941"/>
          <a:stretch/>
        </p:blipFill>
        <p:spPr>
          <a:xfrm>
            <a:off x="379360" y="2400923"/>
            <a:ext cx="4094342" cy="276543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B05C6DA-A6BA-4833-84CB-43CC5E6153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42607" y="1665201"/>
            <a:ext cx="6817431" cy="4386142"/>
          </a:xfrm>
          <a:prstGeom prst="rect">
            <a:avLst/>
          </a:prstGeom>
        </p:spPr>
      </p:pic>
      <p:sp>
        <p:nvSpPr>
          <p:cNvPr id="25" name="TextBox 17">
            <a:extLst>
              <a:ext uri="{FF2B5EF4-FFF2-40B4-BE49-F238E27FC236}">
                <a16:creationId xmlns:a16="http://schemas.microsoft.com/office/drawing/2014/main" id="{06383D68-19A0-45A2-8D09-02AF19725996}"/>
              </a:ext>
            </a:extLst>
          </p:cNvPr>
          <p:cNvSpPr txBox="1"/>
          <p:nvPr/>
        </p:nvSpPr>
        <p:spPr>
          <a:xfrm>
            <a:off x="0" y="6423106"/>
            <a:ext cx="12192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Применение фильтров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03CC5-4A86-4771-A3B0-17B8C4197935}"/>
              </a:ext>
            </a:extLst>
          </p:cNvPr>
          <p:cNvSpPr txBox="1"/>
          <p:nvPr/>
        </p:nvSpPr>
        <p:spPr>
          <a:xfrm>
            <a:off x="11560038" y="6498176"/>
            <a:ext cx="447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sz="1600" dirty="0">
                <a:solidFill>
                  <a:srgbClr val="10B981"/>
                </a:solidFill>
              </a:rPr>
              <a:t>15</a:t>
            </a:r>
            <a:endParaRPr sz="1600" dirty="0">
              <a:solidFill>
                <a:srgbClr val="10B98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753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C2A4CFD-DD6A-43E3-8DD3-738C1B813E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7001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5" name="Rectangle 279">
            <a:extLst>
              <a:ext uri="{FF2B5EF4-FFF2-40B4-BE49-F238E27FC236}">
                <a16:creationId xmlns:a16="http://schemas.microsoft.com/office/drawing/2014/main" id="{9BB7CAFB-965F-47A3-85DA-B59B3256F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6" name="Rectangle 279">
            <a:extLst>
              <a:ext uri="{FF2B5EF4-FFF2-40B4-BE49-F238E27FC236}">
                <a16:creationId xmlns:a16="http://schemas.microsoft.com/office/drawing/2014/main" id="{BC684271-6831-4B29-8782-6E3AA69F7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7" name="Rectangle 279">
            <a:extLst>
              <a:ext uri="{FF2B5EF4-FFF2-40B4-BE49-F238E27FC236}">
                <a16:creationId xmlns:a16="http://schemas.microsoft.com/office/drawing/2014/main" id="{6615B32B-60BB-4AFE-B4C7-5FDAFD54E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8" name="Rectangle 279">
            <a:extLst>
              <a:ext uri="{FF2B5EF4-FFF2-40B4-BE49-F238E27FC236}">
                <a16:creationId xmlns:a16="http://schemas.microsoft.com/office/drawing/2014/main" id="{8A5B35C1-20EF-4700-A4FE-A59E8A645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10B981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10B98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9" name="Rectangle 279">
            <a:extLst>
              <a:ext uri="{FF2B5EF4-FFF2-40B4-BE49-F238E27FC236}">
                <a16:creationId xmlns:a16="http://schemas.microsoft.com/office/drawing/2014/main" id="{8A206B74-3436-4A69-9148-715F0591F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9A8301C4-2ED5-4E92-A2B3-C60E2DEC88D9}"/>
              </a:ext>
            </a:extLst>
          </p:cNvPr>
          <p:cNvCxnSpPr>
            <a:cxnSpLocks/>
          </p:cNvCxnSpPr>
          <p:nvPr/>
        </p:nvCxnSpPr>
        <p:spPr>
          <a:xfrm>
            <a:off x="3962388" y="659151"/>
            <a:ext cx="1050555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3">
            <a:extLst>
              <a:ext uri="{FF2B5EF4-FFF2-40B4-BE49-F238E27FC236}">
                <a16:creationId xmlns:a16="http://schemas.microsoft.com/office/drawing/2014/main" id="{1F29598D-479C-42B8-BCAD-0078532380B4}"/>
              </a:ext>
            </a:extLst>
          </p:cNvPr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7B4D21-8D66-4942-AA4F-7B37DE7E288F}"/>
              </a:ext>
            </a:extLst>
          </p:cNvPr>
          <p:cNvSpPr txBox="1"/>
          <p:nvPr/>
        </p:nvSpPr>
        <p:spPr>
          <a:xfrm>
            <a:off x="790162" y="869789"/>
            <a:ext cx="77701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dirty="0"/>
              <a:t>РУКОВОДСТВО ПОЛЬЗОВАТЕЛЯ</a:t>
            </a:r>
            <a:endParaRPr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F377471-4D30-403D-9425-A37E86B22954}"/>
              </a:ext>
            </a:extLst>
          </p:cNvPr>
          <p:cNvSpPr/>
          <p:nvPr/>
        </p:nvSpPr>
        <p:spPr>
          <a:xfrm>
            <a:off x="11443957" y="6532880"/>
            <a:ext cx="568357" cy="29280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EA2582E-07CF-464B-89EB-F2EA4E9959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686" y="2084886"/>
            <a:ext cx="7041347" cy="350321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B31CAE-E47C-46AE-9C0E-5B05B29E49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3494" y="2084886"/>
            <a:ext cx="4538820" cy="3503216"/>
          </a:xfrm>
          <a:prstGeom prst="rect">
            <a:avLst/>
          </a:prstGeom>
        </p:spPr>
      </p:pic>
      <p:sp>
        <p:nvSpPr>
          <p:cNvPr id="24" name="TextBox 17">
            <a:extLst>
              <a:ext uri="{FF2B5EF4-FFF2-40B4-BE49-F238E27FC236}">
                <a16:creationId xmlns:a16="http://schemas.microsoft.com/office/drawing/2014/main" id="{99DBBA22-9F65-4443-8BF9-5C2C4C08F504}"/>
              </a:ext>
            </a:extLst>
          </p:cNvPr>
          <p:cNvSpPr txBox="1"/>
          <p:nvPr/>
        </p:nvSpPr>
        <p:spPr>
          <a:xfrm>
            <a:off x="0" y="6423106"/>
            <a:ext cx="12192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Определение местоположения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6EB6D2-F5E2-4196-96A4-7C7D9D928D2D}"/>
              </a:ext>
            </a:extLst>
          </p:cNvPr>
          <p:cNvSpPr txBox="1"/>
          <p:nvPr/>
        </p:nvSpPr>
        <p:spPr>
          <a:xfrm>
            <a:off x="11560038" y="6498176"/>
            <a:ext cx="447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sz="1600" dirty="0">
                <a:solidFill>
                  <a:srgbClr val="10B981"/>
                </a:solidFill>
              </a:rPr>
              <a:t>16</a:t>
            </a:r>
            <a:endParaRPr sz="1600" dirty="0">
              <a:solidFill>
                <a:srgbClr val="10B98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2584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C2A4CFD-DD6A-43E3-8DD3-738C1B813E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7001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5" name="Rectangle 279">
            <a:extLst>
              <a:ext uri="{FF2B5EF4-FFF2-40B4-BE49-F238E27FC236}">
                <a16:creationId xmlns:a16="http://schemas.microsoft.com/office/drawing/2014/main" id="{9BB7CAFB-965F-47A3-85DA-B59B3256F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6" name="Rectangle 279">
            <a:extLst>
              <a:ext uri="{FF2B5EF4-FFF2-40B4-BE49-F238E27FC236}">
                <a16:creationId xmlns:a16="http://schemas.microsoft.com/office/drawing/2014/main" id="{BC684271-6831-4B29-8782-6E3AA69F7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7" name="Rectangle 279">
            <a:extLst>
              <a:ext uri="{FF2B5EF4-FFF2-40B4-BE49-F238E27FC236}">
                <a16:creationId xmlns:a16="http://schemas.microsoft.com/office/drawing/2014/main" id="{6615B32B-60BB-4AFE-B4C7-5FDAFD54E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8" name="Rectangle 279">
            <a:extLst>
              <a:ext uri="{FF2B5EF4-FFF2-40B4-BE49-F238E27FC236}">
                <a16:creationId xmlns:a16="http://schemas.microsoft.com/office/drawing/2014/main" id="{8A5B35C1-20EF-4700-A4FE-A59E8A645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10B981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10B98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9" name="Rectangle 279">
            <a:extLst>
              <a:ext uri="{FF2B5EF4-FFF2-40B4-BE49-F238E27FC236}">
                <a16:creationId xmlns:a16="http://schemas.microsoft.com/office/drawing/2014/main" id="{8A206B74-3436-4A69-9148-715F0591F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9A8301C4-2ED5-4E92-A2B3-C60E2DEC88D9}"/>
              </a:ext>
            </a:extLst>
          </p:cNvPr>
          <p:cNvCxnSpPr>
            <a:cxnSpLocks/>
          </p:cNvCxnSpPr>
          <p:nvPr/>
        </p:nvCxnSpPr>
        <p:spPr>
          <a:xfrm>
            <a:off x="3962388" y="659151"/>
            <a:ext cx="1050555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3">
            <a:extLst>
              <a:ext uri="{FF2B5EF4-FFF2-40B4-BE49-F238E27FC236}">
                <a16:creationId xmlns:a16="http://schemas.microsoft.com/office/drawing/2014/main" id="{1F29598D-479C-42B8-BCAD-0078532380B4}"/>
              </a:ext>
            </a:extLst>
          </p:cNvPr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7B4D21-8D66-4942-AA4F-7B37DE7E288F}"/>
              </a:ext>
            </a:extLst>
          </p:cNvPr>
          <p:cNvSpPr txBox="1"/>
          <p:nvPr/>
        </p:nvSpPr>
        <p:spPr>
          <a:xfrm>
            <a:off x="790162" y="869789"/>
            <a:ext cx="77701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dirty="0"/>
              <a:t>РУКОВОДСТВО ПОЛЬЗОВАТЕЛЯ</a:t>
            </a:r>
            <a:endParaRPr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F377471-4D30-403D-9425-A37E86B22954}"/>
              </a:ext>
            </a:extLst>
          </p:cNvPr>
          <p:cNvSpPr/>
          <p:nvPr/>
        </p:nvSpPr>
        <p:spPr>
          <a:xfrm>
            <a:off x="11443957" y="6532880"/>
            <a:ext cx="568357" cy="29280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7A17BF7-4BEF-4531-A7C0-B926FDFDE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084" y="1748658"/>
            <a:ext cx="6158503" cy="397755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9D02C54-E750-498D-8377-56572064C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2889" y="1748658"/>
            <a:ext cx="5493811" cy="3953053"/>
          </a:xfrm>
          <a:prstGeom prst="rect">
            <a:avLst/>
          </a:prstGeom>
        </p:spPr>
      </p:pic>
      <p:sp>
        <p:nvSpPr>
          <p:cNvPr id="24" name="TextBox 17">
            <a:extLst>
              <a:ext uri="{FF2B5EF4-FFF2-40B4-BE49-F238E27FC236}">
                <a16:creationId xmlns:a16="http://schemas.microsoft.com/office/drawing/2014/main" id="{713E986F-C584-4A45-A9FF-C37D4E800653}"/>
              </a:ext>
            </a:extLst>
          </p:cNvPr>
          <p:cNvSpPr txBox="1"/>
          <p:nvPr/>
        </p:nvSpPr>
        <p:spPr>
          <a:xfrm>
            <a:off x="0" y="6423106"/>
            <a:ext cx="12192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Добавление объекта на карту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3F0F06-45C3-44EE-907D-BAA72A9BC9D4}"/>
              </a:ext>
            </a:extLst>
          </p:cNvPr>
          <p:cNvSpPr txBox="1"/>
          <p:nvPr/>
        </p:nvSpPr>
        <p:spPr>
          <a:xfrm>
            <a:off x="11560038" y="6498176"/>
            <a:ext cx="447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sz="1600" dirty="0">
                <a:solidFill>
                  <a:srgbClr val="10B981"/>
                </a:solidFill>
              </a:rPr>
              <a:t>17</a:t>
            </a:r>
            <a:endParaRPr sz="1600" dirty="0">
              <a:solidFill>
                <a:srgbClr val="10B98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105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C2A4CFD-DD6A-43E3-8DD3-738C1B813E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7001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5" name="Rectangle 279">
            <a:extLst>
              <a:ext uri="{FF2B5EF4-FFF2-40B4-BE49-F238E27FC236}">
                <a16:creationId xmlns:a16="http://schemas.microsoft.com/office/drawing/2014/main" id="{9BB7CAFB-965F-47A3-85DA-B59B3256F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6" name="Rectangle 279">
            <a:extLst>
              <a:ext uri="{FF2B5EF4-FFF2-40B4-BE49-F238E27FC236}">
                <a16:creationId xmlns:a16="http://schemas.microsoft.com/office/drawing/2014/main" id="{BC684271-6831-4B29-8782-6E3AA69F7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7" name="Rectangle 279">
            <a:extLst>
              <a:ext uri="{FF2B5EF4-FFF2-40B4-BE49-F238E27FC236}">
                <a16:creationId xmlns:a16="http://schemas.microsoft.com/office/drawing/2014/main" id="{6615B32B-60BB-4AFE-B4C7-5FDAFD54E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8" name="Rectangle 279">
            <a:extLst>
              <a:ext uri="{FF2B5EF4-FFF2-40B4-BE49-F238E27FC236}">
                <a16:creationId xmlns:a16="http://schemas.microsoft.com/office/drawing/2014/main" id="{8A5B35C1-20EF-4700-A4FE-A59E8A645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10B981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10B98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9" name="Rectangle 279">
            <a:extLst>
              <a:ext uri="{FF2B5EF4-FFF2-40B4-BE49-F238E27FC236}">
                <a16:creationId xmlns:a16="http://schemas.microsoft.com/office/drawing/2014/main" id="{8A206B74-3436-4A69-9148-715F0591F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9A8301C4-2ED5-4E92-A2B3-C60E2DEC88D9}"/>
              </a:ext>
            </a:extLst>
          </p:cNvPr>
          <p:cNvCxnSpPr>
            <a:cxnSpLocks/>
          </p:cNvCxnSpPr>
          <p:nvPr/>
        </p:nvCxnSpPr>
        <p:spPr>
          <a:xfrm>
            <a:off x="3962388" y="659151"/>
            <a:ext cx="1050555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3">
            <a:extLst>
              <a:ext uri="{FF2B5EF4-FFF2-40B4-BE49-F238E27FC236}">
                <a16:creationId xmlns:a16="http://schemas.microsoft.com/office/drawing/2014/main" id="{1F29598D-479C-42B8-BCAD-0078532380B4}"/>
              </a:ext>
            </a:extLst>
          </p:cNvPr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7B4D21-8D66-4942-AA4F-7B37DE7E288F}"/>
              </a:ext>
            </a:extLst>
          </p:cNvPr>
          <p:cNvSpPr txBox="1"/>
          <p:nvPr/>
        </p:nvSpPr>
        <p:spPr>
          <a:xfrm>
            <a:off x="790162" y="869789"/>
            <a:ext cx="77701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dirty="0"/>
              <a:t>РУКОВОДСТВО ПОЛЬЗОВАТЕЛЯ</a:t>
            </a:r>
            <a:endParaRPr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F377471-4D30-403D-9425-A37E86B22954}"/>
              </a:ext>
            </a:extLst>
          </p:cNvPr>
          <p:cNvSpPr/>
          <p:nvPr/>
        </p:nvSpPr>
        <p:spPr>
          <a:xfrm>
            <a:off x="11443957" y="6532880"/>
            <a:ext cx="568357" cy="29280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9BABAED-A19D-4DCD-B24D-C92C095AF43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99"/>
          <a:stretch/>
        </p:blipFill>
        <p:spPr>
          <a:xfrm>
            <a:off x="1553697" y="1882946"/>
            <a:ext cx="3922109" cy="441271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E247859-4FD0-4894-9ED9-92C6E9A732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744" y="1825745"/>
            <a:ext cx="4670790" cy="61010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806EE6E-D373-41E0-A472-F96E96037E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744" y="2556498"/>
            <a:ext cx="4670790" cy="3745958"/>
          </a:xfrm>
          <a:prstGeom prst="rect">
            <a:avLst/>
          </a:prstGeom>
        </p:spPr>
      </p:pic>
      <p:sp>
        <p:nvSpPr>
          <p:cNvPr id="24" name="TextBox 17">
            <a:extLst>
              <a:ext uri="{FF2B5EF4-FFF2-40B4-BE49-F238E27FC236}">
                <a16:creationId xmlns:a16="http://schemas.microsoft.com/office/drawing/2014/main" id="{9D4A2A5B-9BB7-4F7E-AB10-14937CCB7073}"/>
              </a:ext>
            </a:extLst>
          </p:cNvPr>
          <p:cNvSpPr txBox="1"/>
          <p:nvPr/>
        </p:nvSpPr>
        <p:spPr>
          <a:xfrm>
            <a:off x="0" y="6423106"/>
            <a:ext cx="12192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Добавление объекта на карту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CB5449-D940-4381-82C3-783BD5FED4B2}"/>
              </a:ext>
            </a:extLst>
          </p:cNvPr>
          <p:cNvSpPr txBox="1"/>
          <p:nvPr/>
        </p:nvSpPr>
        <p:spPr>
          <a:xfrm>
            <a:off x="11569563" y="6498176"/>
            <a:ext cx="447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sz="1600" dirty="0">
                <a:solidFill>
                  <a:srgbClr val="10B981"/>
                </a:solidFill>
              </a:rPr>
              <a:t>18</a:t>
            </a:r>
            <a:endParaRPr sz="1600" dirty="0">
              <a:solidFill>
                <a:srgbClr val="10B98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5828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C2A4CFD-DD6A-43E3-8DD3-738C1B813E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7001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5" name="Rectangle 279">
            <a:extLst>
              <a:ext uri="{FF2B5EF4-FFF2-40B4-BE49-F238E27FC236}">
                <a16:creationId xmlns:a16="http://schemas.microsoft.com/office/drawing/2014/main" id="{9BB7CAFB-965F-47A3-85DA-B59B3256F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6" name="Rectangle 279">
            <a:extLst>
              <a:ext uri="{FF2B5EF4-FFF2-40B4-BE49-F238E27FC236}">
                <a16:creationId xmlns:a16="http://schemas.microsoft.com/office/drawing/2014/main" id="{BC684271-6831-4B29-8782-6E3AA69F7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7" name="Rectangle 279">
            <a:extLst>
              <a:ext uri="{FF2B5EF4-FFF2-40B4-BE49-F238E27FC236}">
                <a16:creationId xmlns:a16="http://schemas.microsoft.com/office/drawing/2014/main" id="{6615B32B-60BB-4AFE-B4C7-5FDAFD54E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8" name="Rectangle 279">
            <a:extLst>
              <a:ext uri="{FF2B5EF4-FFF2-40B4-BE49-F238E27FC236}">
                <a16:creationId xmlns:a16="http://schemas.microsoft.com/office/drawing/2014/main" id="{8A5B35C1-20EF-4700-A4FE-A59E8A645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10B981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10B98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9" name="Rectangle 279">
            <a:extLst>
              <a:ext uri="{FF2B5EF4-FFF2-40B4-BE49-F238E27FC236}">
                <a16:creationId xmlns:a16="http://schemas.microsoft.com/office/drawing/2014/main" id="{8A206B74-3436-4A69-9148-715F0591F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9A8301C4-2ED5-4E92-A2B3-C60E2DEC88D9}"/>
              </a:ext>
            </a:extLst>
          </p:cNvPr>
          <p:cNvCxnSpPr>
            <a:cxnSpLocks/>
          </p:cNvCxnSpPr>
          <p:nvPr/>
        </p:nvCxnSpPr>
        <p:spPr>
          <a:xfrm>
            <a:off x="3962388" y="659151"/>
            <a:ext cx="1050555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3">
            <a:extLst>
              <a:ext uri="{FF2B5EF4-FFF2-40B4-BE49-F238E27FC236}">
                <a16:creationId xmlns:a16="http://schemas.microsoft.com/office/drawing/2014/main" id="{1F29598D-479C-42B8-BCAD-0078532380B4}"/>
              </a:ext>
            </a:extLst>
          </p:cNvPr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7B4D21-8D66-4942-AA4F-7B37DE7E288F}"/>
              </a:ext>
            </a:extLst>
          </p:cNvPr>
          <p:cNvSpPr txBox="1"/>
          <p:nvPr/>
        </p:nvSpPr>
        <p:spPr>
          <a:xfrm>
            <a:off x="790162" y="869789"/>
            <a:ext cx="77701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dirty="0"/>
              <a:t>РУКОВОДСТВО ПОЛЬЗОВАТЕЛЯ</a:t>
            </a:r>
            <a:endParaRPr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F377471-4D30-403D-9425-A37E86B22954}"/>
              </a:ext>
            </a:extLst>
          </p:cNvPr>
          <p:cNvSpPr/>
          <p:nvPr/>
        </p:nvSpPr>
        <p:spPr>
          <a:xfrm>
            <a:off x="11443957" y="6532880"/>
            <a:ext cx="568357" cy="29280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C8ED98B-81C1-4E13-B02C-5C9B918AC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228" y="1997217"/>
            <a:ext cx="5851989" cy="356797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98D172B-B8DA-4FAD-B575-4680AC37C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983" y="1645876"/>
            <a:ext cx="5587788" cy="4234576"/>
          </a:xfrm>
          <a:prstGeom prst="rect">
            <a:avLst/>
          </a:prstGeom>
        </p:spPr>
      </p:pic>
      <p:sp>
        <p:nvSpPr>
          <p:cNvPr id="24" name="TextBox 17">
            <a:extLst>
              <a:ext uri="{FF2B5EF4-FFF2-40B4-BE49-F238E27FC236}">
                <a16:creationId xmlns:a16="http://schemas.microsoft.com/office/drawing/2014/main" id="{623718B4-C5C1-4180-A154-D63FC04FA9C3}"/>
              </a:ext>
            </a:extLst>
          </p:cNvPr>
          <p:cNvSpPr txBox="1"/>
          <p:nvPr/>
        </p:nvSpPr>
        <p:spPr>
          <a:xfrm>
            <a:off x="0" y="6423106"/>
            <a:ext cx="12192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Карточка объекта - добавление отзыва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4A82CF-0CBA-41F8-BB60-E6FF69947292}"/>
              </a:ext>
            </a:extLst>
          </p:cNvPr>
          <p:cNvSpPr txBox="1"/>
          <p:nvPr/>
        </p:nvSpPr>
        <p:spPr>
          <a:xfrm>
            <a:off x="11560038" y="6498176"/>
            <a:ext cx="447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sz="1600" dirty="0">
                <a:solidFill>
                  <a:srgbClr val="10B981"/>
                </a:solidFill>
              </a:rPr>
              <a:t>19</a:t>
            </a:r>
            <a:endParaRPr sz="1600" dirty="0">
              <a:solidFill>
                <a:srgbClr val="10B98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396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C2A4CFD-DD6A-43E3-8DD3-738C1B813E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7001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5" name="Rectangle 279">
            <a:extLst>
              <a:ext uri="{FF2B5EF4-FFF2-40B4-BE49-F238E27FC236}">
                <a16:creationId xmlns:a16="http://schemas.microsoft.com/office/drawing/2014/main" id="{9BB7CAFB-965F-47A3-85DA-B59B3256F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6" name="Rectangle 279">
            <a:extLst>
              <a:ext uri="{FF2B5EF4-FFF2-40B4-BE49-F238E27FC236}">
                <a16:creationId xmlns:a16="http://schemas.microsoft.com/office/drawing/2014/main" id="{BC684271-6831-4B29-8782-6E3AA69F7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7" name="Rectangle 279">
            <a:extLst>
              <a:ext uri="{FF2B5EF4-FFF2-40B4-BE49-F238E27FC236}">
                <a16:creationId xmlns:a16="http://schemas.microsoft.com/office/drawing/2014/main" id="{6615B32B-60BB-4AFE-B4C7-5FDAFD54E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8" name="Rectangle 279">
            <a:extLst>
              <a:ext uri="{FF2B5EF4-FFF2-40B4-BE49-F238E27FC236}">
                <a16:creationId xmlns:a16="http://schemas.microsoft.com/office/drawing/2014/main" id="{8A5B35C1-20EF-4700-A4FE-A59E8A645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10B981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10B98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9" name="Rectangle 279">
            <a:extLst>
              <a:ext uri="{FF2B5EF4-FFF2-40B4-BE49-F238E27FC236}">
                <a16:creationId xmlns:a16="http://schemas.microsoft.com/office/drawing/2014/main" id="{8A206B74-3436-4A69-9148-715F0591F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9A8301C4-2ED5-4E92-A2B3-C60E2DEC88D9}"/>
              </a:ext>
            </a:extLst>
          </p:cNvPr>
          <p:cNvCxnSpPr>
            <a:cxnSpLocks/>
          </p:cNvCxnSpPr>
          <p:nvPr/>
        </p:nvCxnSpPr>
        <p:spPr>
          <a:xfrm>
            <a:off x="3962388" y="659151"/>
            <a:ext cx="1050555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3">
            <a:extLst>
              <a:ext uri="{FF2B5EF4-FFF2-40B4-BE49-F238E27FC236}">
                <a16:creationId xmlns:a16="http://schemas.microsoft.com/office/drawing/2014/main" id="{1F29598D-479C-42B8-BCAD-0078532380B4}"/>
              </a:ext>
            </a:extLst>
          </p:cNvPr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7B4D21-8D66-4942-AA4F-7B37DE7E288F}"/>
              </a:ext>
            </a:extLst>
          </p:cNvPr>
          <p:cNvSpPr txBox="1"/>
          <p:nvPr/>
        </p:nvSpPr>
        <p:spPr>
          <a:xfrm>
            <a:off x="790162" y="869789"/>
            <a:ext cx="77701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dirty="0"/>
              <a:t>РУКОВОДСТВО ПОЛЬЗОВАТЕЛЯ</a:t>
            </a:r>
            <a:endParaRPr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F377471-4D30-403D-9425-A37E86B22954}"/>
              </a:ext>
            </a:extLst>
          </p:cNvPr>
          <p:cNvSpPr/>
          <p:nvPr/>
        </p:nvSpPr>
        <p:spPr>
          <a:xfrm>
            <a:off x="11443957" y="6532880"/>
            <a:ext cx="568357" cy="29280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C8ED98B-81C1-4E13-B02C-5C9B918AC0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8725" y="1769404"/>
            <a:ext cx="6184040" cy="446625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FD895A4-5CFA-44DD-8B95-1426E4D55E3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044"/>
          <a:stretch/>
        </p:blipFill>
        <p:spPr>
          <a:xfrm>
            <a:off x="7084983" y="1781211"/>
            <a:ext cx="4331866" cy="899153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77E16A57-2D27-4858-825A-03A7631838F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486" t="9729" r="2729" b="6866"/>
          <a:stretch/>
        </p:blipFill>
        <p:spPr>
          <a:xfrm>
            <a:off x="7084983" y="3041585"/>
            <a:ext cx="4361881" cy="877426"/>
          </a:xfrm>
          <a:prstGeom prst="rect">
            <a:avLst/>
          </a:prstGeom>
        </p:spPr>
      </p:pic>
      <p:sp>
        <p:nvSpPr>
          <p:cNvPr id="25" name="TextBox 11">
            <a:extLst>
              <a:ext uri="{FF2B5EF4-FFF2-40B4-BE49-F238E27FC236}">
                <a16:creationId xmlns:a16="http://schemas.microsoft.com/office/drawing/2014/main" id="{7BC48F73-477C-4A53-B42E-A04F43F8A281}"/>
              </a:ext>
            </a:extLst>
          </p:cNvPr>
          <p:cNvSpPr txBox="1"/>
          <p:nvPr/>
        </p:nvSpPr>
        <p:spPr>
          <a:xfrm>
            <a:off x="7952788" y="4072161"/>
            <a:ext cx="2927415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400" spc="-11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Проверка на наличие: </a:t>
            </a:r>
          </a:p>
          <a:p>
            <a:pPr marL="342900" indent="-342900">
              <a:buFontTx/>
              <a:buChar char="-"/>
            </a:pPr>
            <a:r>
              <a:rPr lang="ru-RU" sz="2400" spc="-11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угроз</a:t>
            </a:r>
          </a:p>
          <a:p>
            <a:pPr marL="342900" indent="-342900">
              <a:buFontTx/>
              <a:buChar char="-"/>
            </a:pPr>
            <a:r>
              <a:rPr lang="ru-RU" sz="2400" spc="-11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непристойностей</a:t>
            </a:r>
          </a:p>
          <a:p>
            <a:pPr marL="342900" indent="-342900">
              <a:buFontTx/>
              <a:buChar char="-"/>
            </a:pPr>
            <a:r>
              <a:rPr lang="ru-RU" sz="2400" spc="-11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оскорблений</a:t>
            </a:r>
          </a:p>
          <a:p>
            <a:pPr marL="342900" indent="-342900">
              <a:buFontTx/>
              <a:buChar char="-"/>
            </a:pPr>
            <a:r>
              <a:rPr lang="ru-RU" sz="2400" spc="-11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дискриминации</a:t>
            </a: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5C3BB4E6-0916-40CF-9A3A-1487D5FFE824}"/>
              </a:ext>
            </a:extLst>
          </p:cNvPr>
          <p:cNvSpPr txBox="1"/>
          <p:nvPr/>
        </p:nvSpPr>
        <p:spPr>
          <a:xfrm>
            <a:off x="0" y="6423106"/>
            <a:ext cx="12192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Карточка объекта – модерация отзыва при добавлении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45FE87-66E3-4FD4-ABFF-6FF3DB7C8DC9}"/>
              </a:ext>
            </a:extLst>
          </p:cNvPr>
          <p:cNvSpPr txBox="1"/>
          <p:nvPr/>
        </p:nvSpPr>
        <p:spPr>
          <a:xfrm>
            <a:off x="11560038" y="6498176"/>
            <a:ext cx="447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sz="1600" dirty="0">
                <a:solidFill>
                  <a:srgbClr val="10B981"/>
                </a:solidFill>
              </a:rPr>
              <a:t>20</a:t>
            </a:r>
            <a:endParaRPr sz="1600" dirty="0">
              <a:solidFill>
                <a:srgbClr val="10B98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634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C2A4CFD-DD6A-43E3-8DD3-738C1B813E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7001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5" name="Rectangle 279">
            <a:extLst>
              <a:ext uri="{FF2B5EF4-FFF2-40B4-BE49-F238E27FC236}">
                <a16:creationId xmlns:a16="http://schemas.microsoft.com/office/drawing/2014/main" id="{9BB7CAFB-965F-47A3-85DA-B59B3256F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6" name="Rectangle 279">
            <a:extLst>
              <a:ext uri="{FF2B5EF4-FFF2-40B4-BE49-F238E27FC236}">
                <a16:creationId xmlns:a16="http://schemas.microsoft.com/office/drawing/2014/main" id="{BC684271-6831-4B29-8782-6E3AA69F7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7" name="Rectangle 279">
            <a:extLst>
              <a:ext uri="{FF2B5EF4-FFF2-40B4-BE49-F238E27FC236}">
                <a16:creationId xmlns:a16="http://schemas.microsoft.com/office/drawing/2014/main" id="{6615B32B-60BB-4AFE-B4C7-5FDAFD54E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8" name="Rectangle 279">
            <a:extLst>
              <a:ext uri="{FF2B5EF4-FFF2-40B4-BE49-F238E27FC236}">
                <a16:creationId xmlns:a16="http://schemas.microsoft.com/office/drawing/2014/main" id="{8A5B35C1-20EF-4700-A4FE-A59E8A645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10B981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10B98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9" name="Rectangle 279">
            <a:extLst>
              <a:ext uri="{FF2B5EF4-FFF2-40B4-BE49-F238E27FC236}">
                <a16:creationId xmlns:a16="http://schemas.microsoft.com/office/drawing/2014/main" id="{8A206B74-3436-4A69-9148-715F0591F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9A8301C4-2ED5-4E92-A2B3-C60E2DEC88D9}"/>
              </a:ext>
            </a:extLst>
          </p:cNvPr>
          <p:cNvCxnSpPr>
            <a:cxnSpLocks/>
          </p:cNvCxnSpPr>
          <p:nvPr/>
        </p:nvCxnSpPr>
        <p:spPr>
          <a:xfrm>
            <a:off x="3962388" y="659151"/>
            <a:ext cx="1050555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3">
            <a:extLst>
              <a:ext uri="{FF2B5EF4-FFF2-40B4-BE49-F238E27FC236}">
                <a16:creationId xmlns:a16="http://schemas.microsoft.com/office/drawing/2014/main" id="{1F29598D-479C-42B8-BCAD-0078532380B4}"/>
              </a:ext>
            </a:extLst>
          </p:cNvPr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7B4D21-8D66-4942-AA4F-7B37DE7E288F}"/>
              </a:ext>
            </a:extLst>
          </p:cNvPr>
          <p:cNvSpPr txBox="1"/>
          <p:nvPr/>
        </p:nvSpPr>
        <p:spPr>
          <a:xfrm>
            <a:off x="790162" y="869789"/>
            <a:ext cx="77701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dirty="0"/>
              <a:t>РУКОВОДСТВО ПОЛЬЗОВАТЕЛЯ</a:t>
            </a:r>
            <a:endParaRPr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F377471-4D30-403D-9425-A37E86B22954}"/>
              </a:ext>
            </a:extLst>
          </p:cNvPr>
          <p:cNvSpPr/>
          <p:nvPr/>
        </p:nvSpPr>
        <p:spPr>
          <a:xfrm>
            <a:off x="11443957" y="6532880"/>
            <a:ext cx="568357" cy="29280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C8ED98B-81C1-4E13-B02C-5C9B918AC0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9686" y="1819358"/>
            <a:ext cx="5798346" cy="357857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98D172B-B8DA-4FAD-B575-4680AC37CB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57718" y="1819358"/>
            <a:ext cx="5854596" cy="3578575"/>
          </a:xfrm>
          <a:prstGeom prst="rect">
            <a:avLst/>
          </a:prstGeom>
        </p:spPr>
      </p:pic>
      <p:sp>
        <p:nvSpPr>
          <p:cNvPr id="24" name="TextBox 17">
            <a:extLst>
              <a:ext uri="{FF2B5EF4-FFF2-40B4-BE49-F238E27FC236}">
                <a16:creationId xmlns:a16="http://schemas.microsoft.com/office/drawing/2014/main" id="{E9AC231F-EBBF-40F7-A41B-F464E274A9D1}"/>
              </a:ext>
            </a:extLst>
          </p:cNvPr>
          <p:cNvSpPr txBox="1"/>
          <p:nvPr/>
        </p:nvSpPr>
        <p:spPr>
          <a:xfrm>
            <a:off x="0" y="6423106"/>
            <a:ext cx="12192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Карточка объекта – статистика, краткая сводка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32C805-F6EB-4042-B8F1-88E5663265CE}"/>
              </a:ext>
            </a:extLst>
          </p:cNvPr>
          <p:cNvSpPr txBox="1"/>
          <p:nvPr/>
        </p:nvSpPr>
        <p:spPr>
          <a:xfrm>
            <a:off x="11560038" y="6498176"/>
            <a:ext cx="447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sz="1600" dirty="0">
                <a:solidFill>
                  <a:srgbClr val="10B981"/>
                </a:solidFill>
              </a:rPr>
              <a:t>21</a:t>
            </a:r>
            <a:endParaRPr sz="1600" dirty="0">
              <a:solidFill>
                <a:srgbClr val="10B98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582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C2A4CFD-DD6A-43E3-8DD3-738C1B813E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7001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5" name="Rectangle 279">
            <a:extLst>
              <a:ext uri="{FF2B5EF4-FFF2-40B4-BE49-F238E27FC236}">
                <a16:creationId xmlns:a16="http://schemas.microsoft.com/office/drawing/2014/main" id="{9BB7CAFB-965F-47A3-85DA-B59B3256F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6" name="Rectangle 279">
            <a:extLst>
              <a:ext uri="{FF2B5EF4-FFF2-40B4-BE49-F238E27FC236}">
                <a16:creationId xmlns:a16="http://schemas.microsoft.com/office/drawing/2014/main" id="{BC684271-6831-4B29-8782-6E3AA69F7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7" name="Rectangle 279">
            <a:extLst>
              <a:ext uri="{FF2B5EF4-FFF2-40B4-BE49-F238E27FC236}">
                <a16:creationId xmlns:a16="http://schemas.microsoft.com/office/drawing/2014/main" id="{6615B32B-60BB-4AFE-B4C7-5FDAFD54E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8" name="Rectangle 279">
            <a:extLst>
              <a:ext uri="{FF2B5EF4-FFF2-40B4-BE49-F238E27FC236}">
                <a16:creationId xmlns:a16="http://schemas.microsoft.com/office/drawing/2014/main" id="{8A5B35C1-20EF-4700-A4FE-A59E8A645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10B981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10B98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9" name="Rectangle 279">
            <a:extLst>
              <a:ext uri="{FF2B5EF4-FFF2-40B4-BE49-F238E27FC236}">
                <a16:creationId xmlns:a16="http://schemas.microsoft.com/office/drawing/2014/main" id="{8A206B74-3436-4A69-9148-715F0591F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9A8301C4-2ED5-4E92-A2B3-C60E2DEC88D9}"/>
              </a:ext>
            </a:extLst>
          </p:cNvPr>
          <p:cNvCxnSpPr>
            <a:cxnSpLocks/>
          </p:cNvCxnSpPr>
          <p:nvPr/>
        </p:nvCxnSpPr>
        <p:spPr>
          <a:xfrm>
            <a:off x="3962388" y="659151"/>
            <a:ext cx="1050555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3">
            <a:extLst>
              <a:ext uri="{FF2B5EF4-FFF2-40B4-BE49-F238E27FC236}">
                <a16:creationId xmlns:a16="http://schemas.microsoft.com/office/drawing/2014/main" id="{1F29598D-479C-42B8-BCAD-0078532380B4}"/>
              </a:ext>
            </a:extLst>
          </p:cNvPr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7B4D21-8D66-4942-AA4F-7B37DE7E288F}"/>
              </a:ext>
            </a:extLst>
          </p:cNvPr>
          <p:cNvSpPr txBox="1"/>
          <p:nvPr/>
        </p:nvSpPr>
        <p:spPr>
          <a:xfrm>
            <a:off x="790162" y="869789"/>
            <a:ext cx="77701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dirty="0"/>
              <a:t>РУКОВОДСТВО ПОЛЬЗОВАТЕЛЯ</a:t>
            </a:r>
            <a:endParaRPr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F377471-4D30-403D-9425-A37E86B22954}"/>
              </a:ext>
            </a:extLst>
          </p:cNvPr>
          <p:cNvSpPr/>
          <p:nvPr/>
        </p:nvSpPr>
        <p:spPr>
          <a:xfrm>
            <a:off x="11443957" y="6532880"/>
            <a:ext cx="568357" cy="29280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B05C6DA-A6BA-4833-84CB-43CC5E6153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5266" y="1704793"/>
            <a:ext cx="7284798" cy="4457781"/>
          </a:xfrm>
          <a:prstGeom prst="rect">
            <a:avLst/>
          </a:prstGeom>
        </p:spPr>
      </p:pic>
      <p:sp>
        <p:nvSpPr>
          <p:cNvPr id="24" name="TextBox 17">
            <a:extLst>
              <a:ext uri="{FF2B5EF4-FFF2-40B4-BE49-F238E27FC236}">
                <a16:creationId xmlns:a16="http://schemas.microsoft.com/office/drawing/2014/main" id="{E327D331-CFA8-4AEE-9E32-88FCDFBA3700}"/>
              </a:ext>
            </a:extLst>
          </p:cNvPr>
          <p:cNvSpPr txBox="1"/>
          <p:nvPr/>
        </p:nvSpPr>
        <p:spPr>
          <a:xfrm>
            <a:off x="0" y="6423106"/>
            <a:ext cx="12192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Рекомендуемые объекты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5C3ED2C5-937B-423E-90D0-8F38000999AF}"/>
              </a:ext>
            </a:extLst>
          </p:cNvPr>
          <p:cNvSpPr txBox="1"/>
          <p:nvPr/>
        </p:nvSpPr>
        <p:spPr>
          <a:xfrm>
            <a:off x="8451651" y="3334035"/>
            <a:ext cx="3335892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400" spc="-11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-     избранных мест</a:t>
            </a:r>
          </a:p>
          <a:p>
            <a:pPr marL="342900" indent="-342900">
              <a:buFontTx/>
              <a:buChar char="-"/>
            </a:pPr>
            <a:r>
              <a:rPr lang="ru-RU" sz="2400" spc="-11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высоких оценок</a:t>
            </a:r>
          </a:p>
          <a:p>
            <a:pPr marL="342900" indent="-342900">
              <a:buFontTx/>
              <a:buChar char="-"/>
            </a:pPr>
            <a:r>
              <a:rPr lang="ru-RU" sz="2400" spc="-11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оставленных отзывов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1CAAAC-C791-444F-918B-7198122F0D62}"/>
              </a:ext>
            </a:extLst>
          </p:cNvPr>
          <p:cNvSpPr txBox="1"/>
          <p:nvPr/>
        </p:nvSpPr>
        <p:spPr>
          <a:xfrm>
            <a:off x="7743550" y="2303062"/>
            <a:ext cx="47520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spc="-11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Персональные рекомендации формируются на основе: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C4FD8E-E68D-4057-B4EC-EA9CCC718A08}"/>
              </a:ext>
            </a:extLst>
          </p:cNvPr>
          <p:cNvSpPr txBox="1"/>
          <p:nvPr/>
        </p:nvSpPr>
        <p:spPr>
          <a:xfrm>
            <a:off x="11560038" y="6498176"/>
            <a:ext cx="447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sz="1600" dirty="0">
                <a:solidFill>
                  <a:srgbClr val="10B981"/>
                </a:solidFill>
              </a:rPr>
              <a:t>22</a:t>
            </a:r>
            <a:endParaRPr sz="1600" dirty="0">
              <a:solidFill>
                <a:srgbClr val="10B98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323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C2A4CFD-DD6A-43E3-8DD3-738C1B813E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7001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5" name="Rectangle 279">
            <a:extLst>
              <a:ext uri="{FF2B5EF4-FFF2-40B4-BE49-F238E27FC236}">
                <a16:creationId xmlns:a16="http://schemas.microsoft.com/office/drawing/2014/main" id="{9BB7CAFB-965F-47A3-85DA-B59B3256F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6" name="Rectangle 279">
            <a:extLst>
              <a:ext uri="{FF2B5EF4-FFF2-40B4-BE49-F238E27FC236}">
                <a16:creationId xmlns:a16="http://schemas.microsoft.com/office/drawing/2014/main" id="{BC684271-6831-4B29-8782-6E3AA69F7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7" name="Rectangle 279">
            <a:extLst>
              <a:ext uri="{FF2B5EF4-FFF2-40B4-BE49-F238E27FC236}">
                <a16:creationId xmlns:a16="http://schemas.microsoft.com/office/drawing/2014/main" id="{6615B32B-60BB-4AFE-B4C7-5FDAFD54E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8" name="Rectangle 279">
            <a:extLst>
              <a:ext uri="{FF2B5EF4-FFF2-40B4-BE49-F238E27FC236}">
                <a16:creationId xmlns:a16="http://schemas.microsoft.com/office/drawing/2014/main" id="{8A5B35C1-20EF-4700-A4FE-A59E8A645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10B981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10B98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9" name="Rectangle 279">
            <a:extLst>
              <a:ext uri="{FF2B5EF4-FFF2-40B4-BE49-F238E27FC236}">
                <a16:creationId xmlns:a16="http://schemas.microsoft.com/office/drawing/2014/main" id="{8A206B74-3436-4A69-9148-715F0591F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9A8301C4-2ED5-4E92-A2B3-C60E2DEC88D9}"/>
              </a:ext>
            </a:extLst>
          </p:cNvPr>
          <p:cNvCxnSpPr>
            <a:cxnSpLocks/>
          </p:cNvCxnSpPr>
          <p:nvPr/>
        </p:nvCxnSpPr>
        <p:spPr>
          <a:xfrm>
            <a:off x="3962388" y="659151"/>
            <a:ext cx="1050555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3">
            <a:extLst>
              <a:ext uri="{FF2B5EF4-FFF2-40B4-BE49-F238E27FC236}">
                <a16:creationId xmlns:a16="http://schemas.microsoft.com/office/drawing/2014/main" id="{1F29598D-479C-42B8-BCAD-0078532380B4}"/>
              </a:ext>
            </a:extLst>
          </p:cNvPr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7B4D21-8D66-4942-AA4F-7B37DE7E288F}"/>
              </a:ext>
            </a:extLst>
          </p:cNvPr>
          <p:cNvSpPr txBox="1"/>
          <p:nvPr/>
        </p:nvSpPr>
        <p:spPr>
          <a:xfrm>
            <a:off x="790162" y="869789"/>
            <a:ext cx="77701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dirty="0"/>
              <a:t>РУКОВОДСТВО ПОЛЬЗОВАТЕЛЯ</a:t>
            </a:r>
            <a:endParaRPr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F377471-4D30-403D-9425-A37E86B22954}"/>
              </a:ext>
            </a:extLst>
          </p:cNvPr>
          <p:cNvSpPr/>
          <p:nvPr/>
        </p:nvSpPr>
        <p:spPr>
          <a:xfrm>
            <a:off x="11443957" y="6532880"/>
            <a:ext cx="568357" cy="29280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B05C6DA-A6BA-4833-84CB-43CC5E6153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9686" y="1704793"/>
            <a:ext cx="5759587" cy="3344742"/>
          </a:xfrm>
          <a:prstGeom prst="rect">
            <a:avLst/>
          </a:prstGeom>
        </p:spPr>
      </p:pic>
      <p:sp>
        <p:nvSpPr>
          <p:cNvPr id="24" name="TextBox 17">
            <a:extLst>
              <a:ext uri="{FF2B5EF4-FFF2-40B4-BE49-F238E27FC236}">
                <a16:creationId xmlns:a16="http://schemas.microsoft.com/office/drawing/2014/main" id="{893571BE-D59C-4725-8360-F44FEC83E0D7}"/>
              </a:ext>
            </a:extLst>
          </p:cNvPr>
          <p:cNvSpPr txBox="1"/>
          <p:nvPr/>
        </p:nvSpPr>
        <p:spPr>
          <a:xfrm>
            <a:off x="0" y="6423106"/>
            <a:ext cx="6096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Страница избранных объектов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9550A7F4-094B-47D7-A166-C1542C67D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1220" y="2525054"/>
            <a:ext cx="5926738" cy="329472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F00F070-BE8B-439D-9BF9-9213766DCAB1}"/>
              </a:ext>
            </a:extLst>
          </p:cNvPr>
          <p:cNvSpPr txBox="1"/>
          <p:nvPr/>
        </p:nvSpPr>
        <p:spPr>
          <a:xfrm>
            <a:off x="11560038" y="6498176"/>
            <a:ext cx="447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sz="1600" dirty="0">
                <a:solidFill>
                  <a:srgbClr val="10B981"/>
                </a:solidFill>
              </a:rPr>
              <a:t>23</a:t>
            </a:r>
            <a:endParaRPr sz="1600" dirty="0">
              <a:solidFill>
                <a:srgbClr val="10B981"/>
              </a:solidFill>
            </a:endParaRPr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id="{A71F985E-CDE4-463E-8330-49AAC221E590}"/>
              </a:ext>
            </a:extLst>
          </p:cNvPr>
          <p:cNvSpPr txBox="1"/>
          <p:nvPr/>
        </p:nvSpPr>
        <p:spPr>
          <a:xfrm>
            <a:off x="6181748" y="6423106"/>
            <a:ext cx="6096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Личный профиль</a:t>
            </a:r>
          </a:p>
        </p:txBody>
      </p:sp>
    </p:spTree>
    <p:extLst>
      <p:ext uri="{BB962C8B-B14F-4D97-AF65-F5344CB8AC3E}">
        <p14:creationId xmlns:p14="http://schemas.microsoft.com/office/powerpoint/2010/main" val="3609365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C2A4CFD-DD6A-43E3-8DD3-738C1B813E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7001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5" name="Rectangle 279">
            <a:extLst>
              <a:ext uri="{FF2B5EF4-FFF2-40B4-BE49-F238E27FC236}">
                <a16:creationId xmlns:a16="http://schemas.microsoft.com/office/drawing/2014/main" id="{9BB7CAFB-965F-47A3-85DA-B59B3256F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6" name="Rectangle 279">
            <a:extLst>
              <a:ext uri="{FF2B5EF4-FFF2-40B4-BE49-F238E27FC236}">
                <a16:creationId xmlns:a16="http://schemas.microsoft.com/office/drawing/2014/main" id="{BC684271-6831-4B29-8782-6E3AA69F7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7" name="Rectangle 279">
            <a:extLst>
              <a:ext uri="{FF2B5EF4-FFF2-40B4-BE49-F238E27FC236}">
                <a16:creationId xmlns:a16="http://schemas.microsoft.com/office/drawing/2014/main" id="{6615B32B-60BB-4AFE-B4C7-5FDAFD54E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8" name="Rectangle 279">
            <a:extLst>
              <a:ext uri="{FF2B5EF4-FFF2-40B4-BE49-F238E27FC236}">
                <a16:creationId xmlns:a16="http://schemas.microsoft.com/office/drawing/2014/main" id="{8A5B35C1-20EF-4700-A4FE-A59E8A645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10B981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10B98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9" name="Rectangle 279">
            <a:extLst>
              <a:ext uri="{FF2B5EF4-FFF2-40B4-BE49-F238E27FC236}">
                <a16:creationId xmlns:a16="http://schemas.microsoft.com/office/drawing/2014/main" id="{8A206B74-3436-4A69-9148-715F0591F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9A8301C4-2ED5-4E92-A2B3-C60E2DEC88D9}"/>
              </a:ext>
            </a:extLst>
          </p:cNvPr>
          <p:cNvCxnSpPr>
            <a:cxnSpLocks/>
          </p:cNvCxnSpPr>
          <p:nvPr/>
        </p:nvCxnSpPr>
        <p:spPr>
          <a:xfrm>
            <a:off x="3962388" y="659151"/>
            <a:ext cx="1050555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3">
            <a:extLst>
              <a:ext uri="{FF2B5EF4-FFF2-40B4-BE49-F238E27FC236}">
                <a16:creationId xmlns:a16="http://schemas.microsoft.com/office/drawing/2014/main" id="{1F29598D-479C-42B8-BCAD-0078532380B4}"/>
              </a:ext>
            </a:extLst>
          </p:cNvPr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7B4D21-8D66-4942-AA4F-7B37DE7E288F}"/>
              </a:ext>
            </a:extLst>
          </p:cNvPr>
          <p:cNvSpPr txBox="1"/>
          <p:nvPr/>
        </p:nvSpPr>
        <p:spPr>
          <a:xfrm>
            <a:off x="790162" y="869789"/>
            <a:ext cx="77701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dirty="0"/>
              <a:t>РУКОВОДСТВО ПОЛЬЗОВАТЕЛЯ</a:t>
            </a:r>
            <a:endParaRPr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F377471-4D30-403D-9425-A37E86B22954}"/>
              </a:ext>
            </a:extLst>
          </p:cNvPr>
          <p:cNvSpPr/>
          <p:nvPr/>
        </p:nvSpPr>
        <p:spPr>
          <a:xfrm>
            <a:off x="11443957" y="6532880"/>
            <a:ext cx="568357" cy="29280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E9D57D-24AA-4B2B-89DC-8A3C1299473D}"/>
              </a:ext>
            </a:extLst>
          </p:cNvPr>
          <p:cNvSpPr txBox="1"/>
          <p:nvPr/>
        </p:nvSpPr>
        <p:spPr>
          <a:xfrm>
            <a:off x="11560038" y="6498176"/>
            <a:ext cx="452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sz="1600" dirty="0">
                <a:solidFill>
                  <a:srgbClr val="10B981"/>
                </a:solidFill>
              </a:rPr>
              <a:t>24</a:t>
            </a:r>
            <a:endParaRPr sz="1600" dirty="0">
              <a:solidFill>
                <a:srgbClr val="10B981"/>
              </a:solidFill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023AB236-6316-4082-BE92-4F2F74E68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73" y="1714832"/>
            <a:ext cx="5744627" cy="3901351"/>
          </a:xfrm>
          <a:prstGeom prst="rect">
            <a:avLst/>
          </a:prstGeom>
        </p:spPr>
      </p:pic>
      <p:sp>
        <p:nvSpPr>
          <p:cNvPr id="26" name="TextBox 17">
            <a:extLst>
              <a:ext uri="{FF2B5EF4-FFF2-40B4-BE49-F238E27FC236}">
                <a16:creationId xmlns:a16="http://schemas.microsoft.com/office/drawing/2014/main" id="{09C63F49-0426-4B54-8A56-8AB1E8E18B8A}"/>
              </a:ext>
            </a:extLst>
          </p:cNvPr>
          <p:cNvSpPr txBox="1"/>
          <p:nvPr/>
        </p:nvSpPr>
        <p:spPr>
          <a:xfrm>
            <a:off x="0" y="6423106"/>
            <a:ext cx="12192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Личный профиль (отзывы/объекты)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C28F796B-A1D4-4142-B18A-F8EE85BF53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5924" y="1714832"/>
            <a:ext cx="5573358" cy="390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344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C2A4CFD-DD6A-43E3-8DD3-738C1B813E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7001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5" name="Rectangle 279">
            <a:extLst>
              <a:ext uri="{FF2B5EF4-FFF2-40B4-BE49-F238E27FC236}">
                <a16:creationId xmlns:a16="http://schemas.microsoft.com/office/drawing/2014/main" id="{9BB7CAFB-965F-47A3-85DA-B59B3256F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6" name="Rectangle 279">
            <a:extLst>
              <a:ext uri="{FF2B5EF4-FFF2-40B4-BE49-F238E27FC236}">
                <a16:creationId xmlns:a16="http://schemas.microsoft.com/office/drawing/2014/main" id="{BC684271-6831-4B29-8782-6E3AA69F7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7" name="Rectangle 279">
            <a:extLst>
              <a:ext uri="{FF2B5EF4-FFF2-40B4-BE49-F238E27FC236}">
                <a16:creationId xmlns:a16="http://schemas.microsoft.com/office/drawing/2014/main" id="{6615B32B-60BB-4AFE-B4C7-5FDAFD54E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8" name="Rectangle 279">
            <a:extLst>
              <a:ext uri="{FF2B5EF4-FFF2-40B4-BE49-F238E27FC236}">
                <a16:creationId xmlns:a16="http://schemas.microsoft.com/office/drawing/2014/main" id="{8A5B35C1-20EF-4700-A4FE-A59E8A645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10B981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10B98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9" name="Rectangle 279">
            <a:extLst>
              <a:ext uri="{FF2B5EF4-FFF2-40B4-BE49-F238E27FC236}">
                <a16:creationId xmlns:a16="http://schemas.microsoft.com/office/drawing/2014/main" id="{8A206B74-3436-4A69-9148-715F0591F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9A8301C4-2ED5-4E92-A2B3-C60E2DEC88D9}"/>
              </a:ext>
            </a:extLst>
          </p:cNvPr>
          <p:cNvCxnSpPr>
            <a:cxnSpLocks/>
          </p:cNvCxnSpPr>
          <p:nvPr/>
        </p:nvCxnSpPr>
        <p:spPr>
          <a:xfrm>
            <a:off x="3962388" y="659151"/>
            <a:ext cx="1050555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3">
            <a:extLst>
              <a:ext uri="{FF2B5EF4-FFF2-40B4-BE49-F238E27FC236}">
                <a16:creationId xmlns:a16="http://schemas.microsoft.com/office/drawing/2014/main" id="{1F29598D-479C-42B8-BCAD-0078532380B4}"/>
              </a:ext>
            </a:extLst>
          </p:cNvPr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7B4D21-8D66-4942-AA4F-7B37DE7E288F}"/>
              </a:ext>
            </a:extLst>
          </p:cNvPr>
          <p:cNvSpPr txBox="1"/>
          <p:nvPr/>
        </p:nvSpPr>
        <p:spPr>
          <a:xfrm>
            <a:off x="790162" y="869789"/>
            <a:ext cx="77701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dirty="0"/>
              <a:t>РУКОВОДСТВО ПОЛЬЗОВАТЕЛЯ</a:t>
            </a:r>
            <a:endParaRPr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F377471-4D30-403D-9425-A37E86B22954}"/>
              </a:ext>
            </a:extLst>
          </p:cNvPr>
          <p:cNvSpPr/>
          <p:nvPr/>
        </p:nvSpPr>
        <p:spPr>
          <a:xfrm>
            <a:off x="11443957" y="6532880"/>
            <a:ext cx="568357" cy="29280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E9D57D-24AA-4B2B-89DC-8A3C1299473D}"/>
              </a:ext>
            </a:extLst>
          </p:cNvPr>
          <p:cNvSpPr txBox="1"/>
          <p:nvPr/>
        </p:nvSpPr>
        <p:spPr>
          <a:xfrm>
            <a:off x="11560038" y="6498176"/>
            <a:ext cx="452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sz="1600" dirty="0">
                <a:solidFill>
                  <a:srgbClr val="10B981"/>
                </a:solidFill>
              </a:rPr>
              <a:t>25</a:t>
            </a:r>
            <a:endParaRPr sz="1600" dirty="0">
              <a:solidFill>
                <a:srgbClr val="10B981"/>
              </a:solidFill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67B3E69-C808-4DCD-B195-AE3159D6D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5546" y="1704793"/>
            <a:ext cx="7012360" cy="351492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92831C-C857-4F54-B83C-E4B91D710A3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91400" y="2828042"/>
            <a:ext cx="6285054" cy="3160170"/>
          </a:xfrm>
          <a:prstGeom prst="rect">
            <a:avLst/>
          </a:prstGeom>
        </p:spPr>
      </p:pic>
      <p:sp>
        <p:nvSpPr>
          <p:cNvPr id="25" name="TextBox 17">
            <a:extLst>
              <a:ext uri="{FF2B5EF4-FFF2-40B4-BE49-F238E27FC236}">
                <a16:creationId xmlns:a16="http://schemas.microsoft.com/office/drawing/2014/main" id="{A575C574-90E9-41BA-AE23-A43F7D241AC3}"/>
              </a:ext>
            </a:extLst>
          </p:cNvPr>
          <p:cNvSpPr txBox="1"/>
          <p:nvPr/>
        </p:nvSpPr>
        <p:spPr>
          <a:xfrm>
            <a:off x="0" y="6423106"/>
            <a:ext cx="12192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-127" dirty="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Статистическая информация платформы</a:t>
            </a:r>
          </a:p>
        </p:txBody>
      </p:sp>
    </p:spTree>
    <p:extLst>
      <p:ext uri="{BB962C8B-B14F-4D97-AF65-F5344CB8AC3E}">
        <p14:creationId xmlns:p14="http://schemas.microsoft.com/office/powerpoint/2010/main" val="9933970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653E943-6499-4318-9D87-4B0E0E7F4F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7001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8" name="Rectangle 279">
            <a:extLst>
              <a:ext uri="{FF2B5EF4-FFF2-40B4-BE49-F238E27FC236}">
                <a16:creationId xmlns:a16="http://schemas.microsoft.com/office/drawing/2014/main" id="{04AC55D9-03F5-44BF-BFFE-1547738C6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25" y="249942"/>
            <a:ext cx="604246" cy="19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Анализ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9" name="Rectangle 279">
            <a:extLst>
              <a:ext uri="{FF2B5EF4-FFF2-40B4-BE49-F238E27FC236}">
                <a16:creationId xmlns:a16="http://schemas.microsoft.com/office/drawing/2014/main" id="{59E10902-A191-4469-BEEC-F2EABCBDE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1" y="256130"/>
            <a:ext cx="12090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Проектирование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0" name="Rectangle 279">
            <a:extLst>
              <a:ext uri="{FF2B5EF4-FFF2-40B4-BE49-F238E27FC236}">
                <a16:creationId xmlns:a16="http://schemas.microsoft.com/office/drawing/2014/main" id="{1793B16A-80A1-49C8-882D-6C409D1D7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771" y="244725"/>
            <a:ext cx="8340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B6356"/>
                </a:solidFill>
                <a:effectLst/>
                <a:cs typeface="Arial" panose="020B0604020202020204" pitchFamily="34" charset="0"/>
              </a:rPr>
              <a:t>Разработка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1" name="Rectangle 279">
            <a:extLst>
              <a:ext uri="{FF2B5EF4-FFF2-40B4-BE49-F238E27FC236}">
                <a16:creationId xmlns:a16="http://schemas.microsoft.com/office/drawing/2014/main" id="{5DEA708B-E3E5-4823-B912-BA598DC25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712" y="250228"/>
            <a:ext cx="1032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3B6356"/>
                </a:solidFill>
                <a:cs typeface="Arial" panose="020B0604020202020204" pitchFamily="34" charset="0"/>
              </a:rPr>
              <a:t>Тестирование и руководство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rgbClr val="3B6356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2" name="Rectangle 279">
            <a:extLst>
              <a:ext uri="{FF2B5EF4-FFF2-40B4-BE49-F238E27FC236}">
                <a16:creationId xmlns:a16="http://schemas.microsoft.com/office/drawing/2014/main" id="{84FDBA9C-FF48-43DE-B7EB-BE62014E5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23" y="256741"/>
            <a:ext cx="4359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10B981"/>
                </a:solidFill>
                <a:effectLst/>
                <a:cs typeface="Arial" panose="020B0604020202020204" pitchFamily="34" charset="0"/>
              </a:rPr>
              <a:t>Итоги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2E202997-7972-4398-8007-F969567EBE7D}"/>
              </a:ext>
            </a:extLst>
          </p:cNvPr>
          <p:cNvCxnSpPr>
            <a:cxnSpLocks/>
          </p:cNvCxnSpPr>
          <p:nvPr/>
        </p:nvCxnSpPr>
        <p:spPr>
          <a:xfrm>
            <a:off x="5257823" y="508819"/>
            <a:ext cx="435967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3">
            <a:extLst>
              <a:ext uri="{FF2B5EF4-FFF2-40B4-BE49-F238E27FC236}">
                <a16:creationId xmlns:a16="http://schemas.microsoft.com/office/drawing/2014/main" id="{92D0B2BD-0F50-4185-A920-AA59F06F1861}"/>
              </a:ext>
            </a:extLst>
          </p:cNvPr>
          <p:cNvSpPr/>
          <p:nvPr/>
        </p:nvSpPr>
        <p:spPr>
          <a:xfrm>
            <a:off x="607284" y="905923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B6445A-B04A-42AE-84F1-303FDD8FA6F0}"/>
              </a:ext>
            </a:extLst>
          </p:cNvPr>
          <p:cNvSpPr txBox="1"/>
          <p:nvPr/>
        </p:nvSpPr>
        <p:spPr>
          <a:xfrm>
            <a:off x="790163" y="869789"/>
            <a:ext cx="66843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ru-RU" dirty="0"/>
              <a:t>ЗАКЛЮЧЕНИЕ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B0FB7E-7E1B-43B6-9809-9808981AAD1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" contrast="4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05808" y="619560"/>
            <a:ext cx="8112537" cy="8116255"/>
          </a:xfrm>
          <a:prstGeom prst="rect">
            <a:avLst/>
          </a:prstGeom>
          <a:ln w="53975">
            <a:noFill/>
          </a:ln>
          <a:effectLst>
            <a:glow rad="1905000">
              <a:srgbClr val="19294B">
                <a:alpha val="15000"/>
              </a:srgbClr>
            </a:glow>
          </a:effectLst>
        </p:spPr>
      </p:pic>
      <p:sp>
        <p:nvSpPr>
          <p:cNvPr id="6" name="Овал 5">
            <a:extLst>
              <a:ext uri="{FF2B5EF4-FFF2-40B4-BE49-F238E27FC236}">
                <a16:creationId xmlns:a16="http://schemas.microsoft.com/office/drawing/2014/main" id="{14D1C3F8-AABF-43C1-929B-4C713FEF8680}"/>
              </a:ext>
            </a:extLst>
          </p:cNvPr>
          <p:cNvSpPr/>
          <p:nvPr/>
        </p:nvSpPr>
        <p:spPr>
          <a:xfrm>
            <a:off x="8839200" y="939511"/>
            <a:ext cx="1938053" cy="250230"/>
          </a:xfrm>
          <a:prstGeom prst="ellipse">
            <a:avLst/>
          </a:prstGeom>
          <a:solidFill>
            <a:schemeClr val="bg1">
              <a:alpha val="1000"/>
            </a:schemeClr>
          </a:solidFill>
          <a:ln>
            <a:noFill/>
          </a:ln>
          <a:effectLst>
            <a:glow rad="1016000">
              <a:schemeClr val="bg1">
                <a:lumMod val="95000"/>
                <a:alpha val="29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A07E7FE-31C7-42AE-A7B4-BBD8B362F2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1185" y="709000"/>
            <a:ext cx="671320" cy="64201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7492F5C-E4B6-4630-B3F3-A35EBC12FFF7}"/>
              </a:ext>
            </a:extLst>
          </p:cNvPr>
          <p:cNvSpPr txBox="1"/>
          <p:nvPr/>
        </p:nvSpPr>
        <p:spPr>
          <a:xfrm>
            <a:off x="9472446" y="710683"/>
            <a:ext cx="13048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en-US" sz="2000" dirty="0">
                <a:solidFill>
                  <a:srgbClr val="065858"/>
                </a:solidFill>
              </a:rPr>
              <a:t>Comfort</a:t>
            </a:r>
          </a:p>
          <a:p>
            <a:pPr>
              <a:defRPr sz="3200" b="1">
                <a:solidFill>
                  <a:srgbClr val="F8FAFC"/>
                </a:solidFill>
                <a:latin typeface="Montserrat"/>
              </a:defRPr>
            </a:pPr>
            <a:r>
              <a:rPr lang="en-US" sz="2000" dirty="0">
                <a:solidFill>
                  <a:srgbClr val="8FB21D"/>
                </a:solidFill>
              </a:rPr>
              <a:t>Ufa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991584C7-443F-4772-83F2-D49AB44FB2D7}"/>
              </a:ext>
            </a:extLst>
          </p:cNvPr>
          <p:cNvSpPr txBox="1"/>
          <p:nvPr/>
        </p:nvSpPr>
        <p:spPr>
          <a:xfrm>
            <a:off x="598725" y="3332767"/>
            <a:ext cx="6476268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ru-RU" dirty="0">
              <a:solidFill>
                <a:srgbClr val="FFFFFF"/>
              </a:solidFill>
              <a:latin typeface="Montserrat" panose="00000500000000000000" pitchFamily="2" charset="-52"/>
              <a:ea typeface="Anantason"/>
              <a:cs typeface="Anantason"/>
              <a:sym typeface="Anantason"/>
            </a:endParaRPr>
          </a:p>
          <a:p>
            <a:r>
              <a:rPr lang="ru-RU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Автоматическая модерация на базе </a:t>
            </a:r>
            <a:r>
              <a:rPr lang="ru-RU" b="1" dirty="0" err="1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Gemini</a:t>
            </a:r>
            <a:r>
              <a:rPr lang="ru-RU" b="1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 </a:t>
            </a:r>
            <a:r>
              <a:rPr lang="ru-RU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фильтрует токсичный контент и оскорбления.</a:t>
            </a:r>
          </a:p>
          <a:p>
            <a:endParaRPr lang="ru-RU" dirty="0">
              <a:solidFill>
                <a:srgbClr val="FFFFFF"/>
              </a:solidFill>
              <a:latin typeface="Montserrat" panose="00000500000000000000" pitchFamily="2" charset="-52"/>
              <a:ea typeface="Anantason"/>
              <a:cs typeface="Anantason"/>
              <a:sym typeface="Anantason"/>
            </a:endParaRPr>
          </a:p>
          <a:p>
            <a:r>
              <a:rPr lang="ru-RU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Система решает проблему низкой вовлечённости граждан и готова для оперативного выявления проблемных зон.</a:t>
            </a:r>
          </a:p>
          <a:p>
            <a:endParaRPr lang="ru-RU" dirty="0">
              <a:solidFill>
                <a:srgbClr val="FFFFFF"/>
              </a:solidFill>
              <a:latin typeface="Montserrat" panose="00000500000000000000" pitchFamily="2" charset="-52"/>
              <a:ea typeface="Anantason"/>
              <a:cs typeface="Anantason"/>
              <a:sym typeface="Anantason"/>
            </a:endParaRPr>
          </a:p>
          <a:p>
            <a:r>
              <a:rPr lang="ru-RU" b="1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Поставленные задачи выполнены., цель проекта достигнута.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1E9504-5A67-4802-9B0E-B500376CB178}"/>
              </a:ext>
            </a:extLst>
          </p:cNvPr>
          <p:cNvSpPr txBox="1"/>
          <p:nvPr/>
        </p:nvSpPr>
        <p:spPr>
          <a:xfrm>
            <a:off x="528320" y="2319000"/>
            <a:ext cx="76504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Горожане могут:</a:t>
            </a:r>
          </a:p>
          <a:p>
            <a:r>
              <a:rPr lang="ru-RU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• просматривать </a:t>
            </a:r>
            <a:r>
              <a:rPr lang="ru-RU" dirty="0" err="1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нейросетевые</a:t>
            </a:r>
            <a:r>
              <a:rPr lang="ru-RU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 краткие сводки по объектам</a:t>
            </a:r>
            <a:r>
              <a:rPr lang="en-US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;</a:t>
            </a:r>
            <a:endParaRPr lang="ru-RU" dirty="0">
              <a:solidFill>
                <a:srgbClr val="FFFFFF"/>
              </a:solidFill>
              <a:latin typeface="Montserrat" panose="00000500000000000000" pitchFamily="2" charset="-52"/>
              <a:ea typeface="Anantason"/>
              <a:cs typeface="Anantason"/>
              <a:sym typeface="Anantason"/>
            </a:endParaRPr>
          </a:p>
          <a:p>
            <a:r>
              <a:rPr lang="ru-RU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• получать персональные рекомендации</a:t>
            </a:r>
            <a:r>
              <a:rPr lang="en-US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;</a:t>
            </a:r>
            <a:endParaRPr lang="ru-RU" dirty="0">
              <a:solidFill>
                <a:srgbClr val="FFFFFF"/>
              </a:solidFill>
              <a:latin typeface="Montserrat" panose="00000500000000000000" pitchFamily="2" charset="-52"/>
              <a:ea typeface="Anantason"/>
              <a:cs typeface="Anantason"/>
              <a:sym typeface="Anantason"/>
            </a:endParaRPr>
          </a:p>
          <a:p>
            <a:r>
              <a:rPr lang="ru-RU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• оставлять отзывы с фото и рейтингом</a:t>
            </a:r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ACC6E0BA-EC78-40E8-AA16-FF3C472AF967}"/>
              </a:ext>
            </a:extLst>
          </p:cNvPr>
          <p:cNvSpPr txBox="1"/>
          <p:nvPr/>
        </p:nvSpPr>
        <p:spPr>
          <a:xfrm>
            <a:off x="598725" y="1704793"/>
            <a:ext cx="9240911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Разработано веб-приложение </a:t>
            </a:r>
            <a:r>
              <a:rPr lang="ru-RU" b="1" dirty="0" err="1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ComfortUfa</a:t>
            </a:r>
            <a:r>
              <a:rPr lang="ru-RU" dirty="0">
                <a:solidFill>
                  <a:srgbClr val="FFFFFF"/>
                </a:solidFill>
                <a:latin typeface="Montserrat" panose="00000500000000000000" pitchFamily="2" charset="-52"/>
                <a:ea typeface="Anantason"/>
                <a:cs typeface="Anantason"/>
                <a:sym typeface="Anantason"/>
              </a:rPr>
              <a:t> — для оценки и мониторинга благоустройства города Уфы.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4F2EB99-0234-4707-973D-A33149B8993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67001" y="-2667001"/>
            <a:ext cx="6858000" cy="12192001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7C8EC5-32A6-41A8-A9BB-2DF6A5E4B5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85050"/>
            <a:ext cx="914400" cy="5729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044278"/>
            <a:ext cx="1219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  <a:latin typeface="Montserrat"/>
              </a:defRPr>
            </a:pPr>
            <a:r>
              <a:rPr dirty="0">
                <a:solidFill>
                  <a:schemeClr val="bg1"/>
                </a:solidFill>
              </a:rPr>
              <a:t>СПАСИБО ЗА ВНИМАНИЕ!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3033</TotalTime>
  <Words>733</Words>
  <Application>Microsoft Office PowerPoint</Application>
  <PresentationFormat>Широкоэкранный</PresentationFormat>
  <Paragraphs>346</Paragraphs>
  <Slides>27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Anantason</vt:lpstr>
      <vt:lpstr>Arial</vt:lpstr>
      <vt:lpstr>Calibri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Regina Safina</dc:creator>
  <cp:keywords/>
  <dc:description>generated using python-pptx</dc:description>
  <cp:lastModifiedBy>Регина Сафина</cp:lastModifiedBy>
  <cp:revision>73</cp:revision>
  <dcterms:created xsi:type="dcterms:W3CDTF">2013-01-27T09:14:16Z</dcterms:created>
  <dcterms:modified xsi:type="dcterms:W3CDTF">2026-06-15T18:34:47Z</dcterms:modified>
  <cp:category/>
</cp:coreProperties>
</file>